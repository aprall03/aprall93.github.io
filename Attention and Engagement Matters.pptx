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Bridge" charset="1" panose="00000000000000000000"/>
      <p:regular r:id="rId13"/>
    </p:embeddedFont>
    <p:embeddedFont>
      <p:font typeface="Bricolage Grotesque" charset="1" panose="020B0605040402000204"/>
      <p:regular r:id="rId14"/>
    </p:embeddedFont>
    <p:embeddedFont>
      <p:font typeface="Bricolage Grotesque Bold" charset="1" panose="020B0605040402000204"/>
      <p:regular r:id="rId15"/>
    </p:embeddedFont>
    <p:embeddedFont>
      <p:font typeface="Canva Sans" charset="1" panose="020B05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41824" y="4197367"/>
            <a:ext cx="5741047" cy="3767562"/>
            <a:chOff x="0" y="0"/>
            <a:chExt cx="812800" cy="533400"/>
          </a:xfrm>
        </p:grpSpPr>
        <p:sp>
          <p:nvSpPr>
            <p:cNvPr name="Freeform 3" id="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4" id="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 id="5"/>
          <p:cNvGrpSpPr/>
          <p:nvPr/>
        </p:nvGrpSpPr>
        <p:grpSpPr>
          <a:xfrm rot="-10800000">
            <a:off x="-3685320" y="3474107"/>
            <a:ext cx="5355790" cy="3514737"/>
            <a:chOff x="0" y="0"/>
            <a:chExt cx="812800" cy="533400"/>
          </a:xfrm>
        </p:grpSpPr>
        <p:sp>
          <p:nvSpPr>
            <p:cNvPr name="Freeform 6" id="6"/>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7" id="7"/>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8" id="8"/>
          <p:cNvGrpSpPr/>
          <p:nvPr/>
        </p:nvGrpSpPr>
        <p:grpSpPr>
          <a:xfrm rot="-10800000">
            <a:off x="14607598" y="5375694"/>
            <a:ext cx="5569728" cy="3655134"/>
            <a:chOff x="0" y="0"/>
            <a:chExt cx="812800" cy="533400"/>
          </a:xfrm>
        </p:grpSpPr>
        <p:sp>
          <p:nvSpPr>
            <p:cNvPr name="Freeform 9" id="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0" id="1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1" id="11"/>
          <p:cNvGrpSpPr/>
          <p:nvPr/>
        </p:nvGrpSpPr>
        <p:grpSpPr>
          <a:xfrm rot="-10800000">
            <a:off x="3975521" y="5231475"/>
            <a:ext cx="5569728" cy="3655134"/>
            <a:chOff x="0" y="0"/>
            <a:chExt cx="812800" cy="533400"/>
          </a:xfrm>
        </p:grpSpPr>
        <p:sp>
          <p:nvSpPr>
            <p:cNvPr name="Freeform 12" id="1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3" id="1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4" id="14"/>
          <p:cNvGrpSpPr/>
          <p:nvPr/>
        </p:nvGrpSpPr>
        <p:grpSpPr>
          <a:xfrm rot="0">
            <a:off x="-207513" y="6631603"/>
            <a:ext cx="18549555" cy="4356682"/>
            <a:chOff x="0" y="0"/>
            <a:chExt cx="4885479" cy="1147439"/>
          </a:xfrm>
        </p:grpSpPr>
        <p:sp>
          <p:nvSpPr>
            <p:cNvPr name="Freeform 15" id="15"/>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16" id="16"/>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895226" y="943995"/>
            <a:ext cx="7208107" cy="8693988"/>
          </a:xfrm>
          <a:custGeom>
            <a:avLst/>
            <a:gdLst/>
            <a:ahLst/>
            <a:cxnLst/>
            <a:rect r="r" b="b" t="t" l="l"/>
            <a:pathLst>
              <a:path h="8693988" w="7208107">
                <a:moveTo>
                  <a:pt x="0" y="0"/>
                </a:moveTo>
                <a:lnTo>
                  <a:pt x="7208107" y="0"/>
                </a:lnTo>
                <a:lnTo>
                  <a:pt x="7208107" y="8693988"/>
                </a:lnTo>
                <a:lnTo>
                  <a:pt x="0" y="86939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2153905" y="8535836"/>
            <a:ext cx="4048229" cy="2656650"/>
            <a:chOff x="0" y="0"/>
            <a:chExt cx="812800" cy="533400"/>
          </a:xfrm>
        </p:grpSpPr>
        <p:sp>
          <p:nvSpPr>
            <p:cNvPr name="Freeform 19" id="1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0" id="2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1" id="21"/>
          <p:cNvGrpSpPr/>
          <p:nvPr/>
        </p:nvGrpSpPr>
        <p:grpSpPr>
          <a:xfrm rot="-10800000">
            <a:off x="16007969" y="7059042"/>
            <a:ext cx="5569728" cy="3655134"/>
            <a:chOff x="0" y="0"/>
            <a:chExt cx="812800" cy="533400"/>
          </a:xfrm>
        </p:grpSpPr>
        <p:sp>
          <p:nvSpPr>
            <p:cNvPr name="Freeform 22" id="2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3" id="2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4" id="24"/>
          <p:cNvGrpSpPr/>
          <p:nvPr/>
        </p:nvGrpSpPr>
        <p:grpSpPr>
          <a:xfrm rot="0">
            <a:off x="13706106" y="8359947"/>
            <a:ext cx="5569728" cy="3655134"/>
            <a:chOff x="0" y="0"/>
            <a:chExt cx="812800" cy="533400"/>
          </a:xfrm>
        </p:grpSpPr>
        <p:sp>
          <p:nvSpPr>
            <p:cNvPr name="Freeform 25" id="25"/>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6" id="26"/>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7" id="27"/>
          <p:cNvGrpSpPr/>
          <p:nvPr/>
        </p:nvGrpSpPr>
        <p:grpSpPr>
          <a:xfrm rot="0">
            <a:off x="-430810" y="705879"/>
            <a:ext cx="2408608" cy="1580649"/>
            <a:chOff x="0" y="0"/>
            <a:chExt cx="812800" cy="533400"/>
          </a:xfrm>
        </p:grpSpPr>
        <p:sp>
          <p:nvSpPr>
            <p:cNvPr name="Freeform 28" id="2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29" id="2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0" id="30"/>
          <p:cNvGrpSpPr/>
          <p:nvPr/>
        </p:nvGrpSpPr>
        <p:grpSpPr>
          <a:xfrm rot="0">
            <a:off x="16923697" y="1496204"/>
            <a:ext cx="2408608" cy="1580649"/>
            <a:chOff x="0" y="0"/>
            <a:chExt cx="812800" cy="533400"/>
          </a:xfrm>
        </p:grpSpPr>
        <p:sp>
          <p:nvSpPr>
            <p:cNvPr name="Freeform 31" id="3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2" id="32"/>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3" id="33"/>
          <p:cNvGrpSpPr/>
          <p:nvPr/>
        </p:nvGrpSpPr>
        <p:grpSpPr>
          <a:xfrm rot="0">
            <a:off x="12397322" y="-1723660"/>
            <a:ext cx="4194073" cy="2752360"/>
            <a:chOff x="0" y="0"/>
            <a:chExt cx="812800" cy="533400"/>
          </a:xfrm>
        </p:grpSpPr>
        <p:sp>
          <p:nvSpPr>
            <p:cNvPr name="Freeform 34" id="34"/>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5" id="35"/>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36" id="36"/>
          <p:cNvSpPr/>
          <p:nvPr/>
        </p:nvSpPr>
        <p:spPr>
          <a:xfrm flipH="false" flipV="false" rot="0">
            <a:off x="1724245" y="1360887"/>
            <a:ext cx="1851282" cy="1851282"/>
          </a:xfrm>
          <a:custGeom>
            <a:avLst/>
            <a:gdLst/>
            <a:ahLst/>
            <a:cxnLst/>
            <a:rect r="r" b="b" t="t" l="l"/>
            <a:pathLst>
              <a:path h="1851282" w="1851282">
                <a:moveTo>
                  <a:pt x="0" y="0"/>
                </a:moveTo>
                <a:lnTo>
                  <a:pt x="1851281" y="0"/>
                </a:lnTo>
                <a:lnTo>
                  <a:pt x="1851281" y="1851282"/>
                </a:lnTo>
                <a:lnTo>
                  <a:pt x="0" y="18512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7" id="37"/>
          <p:cNvGrpSpPr/>
          <p:nvPr/>
        </p:nvGrpSpPr>
        <p:grpSpPr>
          <a:xfrm rot="2160331">
            <a:off x="8533580" y="9324671"/>
            <a:ext cx="1487935" cy="1502398"/>
            <a:chOff x="0" y="0"/>
            <a:chExt cx="266621" cy="269213"/>
          </a:xfrm>
        </p:grpSpPr>
        <p:sp>
          <p:nvSpPr>
            <p:cNvPr name="Freeform 38" id="38"/>
            <p:cNvSpPr/>
            <p:nvPr/>
          </p:nvSpPr>
          <p:spPr>
            <a:xfrm flipH="false" flipV="false" rot="0">
              <a:off x="0" y="0"/>
              <a:ext cx="266621" cy="269213"/>
            </a:xfrm>
            <a:custGeom>
              <a:avLst/>
              <a:gdLst/>
              <a:ahLst/>
              <a:cxnLst/>
              <a:rect r="r" b="b" t="t" l="l"/>
              <a:pathLst>
                <a:path h="269213" w="266621">
                  <a:moveTo>
                    <a:pt x="133311" y="0"/>
                  </a:moveTo>
                  <a:lnTo>
                    <a:pt x="133311" y="0"/>
                  </a:lnTo>
                  <a:cubicBezTo>
                    <a:pt x="206936" y="0"/>
                    <a:pt x="266621" y="59685"/>
                    <a:pt x="266621" y="133311"/>
                  </a:cubicBezTo>
                  <a:lnTo>
                    <a:pt x="266621" y="135902"/>
                  </a:lnTo>
                  <a:cubicBezTo>
                    <a:pt x="266621" y="171258"/>
                    <a:pt x="252576" y="205166"/>
                    <a:pt x="227575" y="230167"/>
                  </a:cubicBezTo>
                  <a:cubicBezTo>
                    <a:pt x="202575" y="255168"/>
                    <a:pt x="168667" y="269213"/>
                    <a:pt x="133311" y="269213"/>
                  </a:cubicBezTo>
                  <a:lnTo>
                    <a:pt x="133311" y="269213"/>
                  </a:lnTo>
                  <a:cubicBezTo>
                    <a:pt x="59685" y="269213"/>
                    <a:pt x="0" y="209528"/>
                    <a:pt x="0" y="135902"/>
                  </a:cubicBezTo>
                  <a:lnTo>
                    <a:pt x="0" y="133311"/>
                  </a:lnTo>
                  <a:cubicBezTo>
                    <a:pt x="0" y="97954"/>
                    <a:pt x="14045" y="64046"/>
                    <a:pt x="39046" y="39046"/>
                  </a:cubicBezTo>
                  <a:cubicBezTo>
                    <a:pt x="64046" y="14045"/>
                    <a:pt x="97954" y="0"/>
                    <a:pt x="133311" y="0"/>
                  </a:cubicBezTo>
                  <a:close/>
                </a:path>
              </a:pathLst>
            </a:custGeom>
            <a:gradFill rotWithShape="true">
              <a:gsLst>
                <a:gs pos="0">
                  <a:srgbClr val="A2D6E8">
                    <a:alpha val="100000"/>
                  </a:srgbClr>
                </a:gs>
                <a:gs pos="100000">
                  <a:srgbClr val="3EBFEC">
                    <a:alpha val="100000"/>
                  </a:srgbClr>
                </a:gs>
              </a:gsLst>
              <a:lin ang="2700000"/>
            </a:gradFill>
          </p:spPr>
        </p:sp>
        <p:sp>
          <p:nvSpPr>
            <p:cNvPr name="TextBox 39" id="39"/>
            <p:cNvSpPr txBox="true"/>
            <p:nvPr/>
          </p:nvSpPr>
          <p:spPr>
            <a:xfrm>
              <a:off x="0" y="66675"/>
              <a:ext cx="266621" cy="202538"/>
            </a:xfrm>
            <a:prstGeom prst="rect">
              <a:avLst/>
            </a:prstGeom>
          </p:spPr>
          <p:txBody>
            <a:bodyPr anchor="ctr" rtlCol="false" tIns="50800" lIns="50800" bIns="50800" rIns="50800"/>
            <a:lstStyle/>
            <a:p>
              <a:pPr algn="ctr">
                <a:lnSpc>
                  <a:spcPts val="3500"/>
                </a:lnSpc>
              </a:pPr>
            </a:p>
          </p:txBody>
        </p:sp>
      </p:grpSp>
      <p:grpSp>
        <p:nvGrpSpPr>
          <p:cNvPr name="Group 40" id="40"/>
          <p:cNvGrpSpPr/>
          <p:nvPr/>
        </p:nvGrpSpPr>
        <p:grpSpPr>
          <a:xfrm rot="0">
            <a:off x="17891250" y="5067610"/>
            <a:ext cx="901583" cy="901583"/>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42" id="42"/>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43" id="43"/>
          <p:cNvGrpSpPr/>
          <p:nvPr/>
        </p:nvGrpSpPr>
        <p:grpSpPr>
          <a:xfrm rot="0">
            <a:off x="8531958" y="585385"/>
            <a:ext cx="1013291" cy="886629"/>
            <a:chOff x="0" y="0"/>
            <a:chExt cx="812800" cy="711200"/>
          </a:xfrm>
        </p:grpSpPr>
        <p:sp>
          <p:nvSpPr>
            <p:cNvPr name="Freeform 44" id="44"/>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45" id="45"/>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46" id="46"/>
          <p:cNvGrpSpPr/>
          <p:nvPr/>
        </p:nvGrpSpPr>
        <p:grpSpPr>
          <a:xfrm rot="-803505">
            <a:off x="-342828" y="6057175"/>
            <a:ext cx="860811" cy="860811"/>
            <a:chOff x="0" y="0"/>
            <a:chExt cx="812800" cy="812800"/>
          </a:xfrm>
        </p:grpSpPr>
        <p:sp>
          <p:nvSpPr>
            <p:cNvPr name="Freeform 47" id="47"/>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A2D6E8">
                    <a:alpha val="100000"/>
                  </a:srgbClr>
                </a:gs>
                <a:gs pos="100000">
                  <a:srgbClr val="3EBFEC">
                    <a:alpha val="100000"/>
                  </a:srgbClr>
                </a:gs>
              </a:gsLst>
              <a:lin ang="2700000"/>
            </a:gradFill>
          </p:spPr>
        </p:sp>
        <p:sp>
          <p:nvSpPr>
            <p:cNvPr name="TextBox 48" id="48"/>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grpSp>
        <p:nvGrpSpPr>
          <p:cNvPr name="Group 49" id="49"/>
          <p:cNvGrpSpPr/>
          <p:nvPr/>
        </p:nvGrpSpPr>
        <p:grpSpPr>
          <a:xfrm rot="0">
            <a:off x="15252678" y="1496204"/>
            <a:ext cx="1100279" cy="1048703"/>
            <a:chOff x="0" y="0"/>
            <a:chExt cx="812800" cy="774700"/>
          </a:xfrm>
        </p:grpSpPr>
        <p:sp>
          <p:nvSpPr>
            <p:cNvPr name="Freeform 50" id="50"/>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51" id="51"/>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52" id="52"/>
          <p:cNvGrpSpPr/>
          <p:nvPr/>
        </p:nvGrpSpPr>
        <p:grpSpPr>
          <a:xfrm rot="0">
            <a:off x="14921379" y="7706215"/>
            <a:ext cx="662599" cy="631539"/>
            <a:chOff x="0" y="0"/>
            <a:chExt cx="812800" cy="774700"/>
          </a:xfrm>
        </p:grpSpPr>
        <p:sp>
          <p:nvSpPr>
            <p:cNvPr name="Freeform 53" id="53"/>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54" id="54"/>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sp>
        <p:nvSpPr>
          <p:cNvPr name="TextBox 55" id="55"/>
          <p:cNvSpPr txBox="true"/>
          <p:nvPr/>
        </p:nvSpPr>
        <p:spPr>
          <a:xfrm rot="0">
            <a:off x="7433765" y="2396228"/>
            <a:ext cx="10854235" cy="3134350"/>
          </a:xfrm>
          <a:prstGeom prst="rect">
            <a:avLst/>
          </a:prstGeom>
        </p:spPr>
        <p:txBody>
          <a:bodyPr anchor="t" rtlCol="false" tIns="0" lIns="0" bIns="0" rIns="0">
            <a:spAutoFit/>
          </a:bodyPr>
          <a:lstStyle/>
          <a:p>
            <a:pPr algn="ctr">
              <a:lnSpc>
                <a:spcPts val="10501"/>
              </a:lnSpc>
            </a:pPr>
            <a:r>
              <a:rPr lang="en-US" sz="13818">
                <a:solidFill>
                  <a:srgbClr val="E2325E"/>
                </a:solidFill>
                <a:latin typeface="Bridge"/>
                <a:ea typeface="Bridge"/>
                <a:cs typeface="Bridge"/>
                <a:sym typeface="Bridge"/>
              </a:rPr>
              <a:t>Attention</a:t>
            </a:r>
            <a:r>
              <a:rPr lang="en-US" sz="13818">
                <a:solidFill>
                  <a:srgbClr val="3B5796"/>
                </a:solidFill>
                <a:latin typeface="Bridge"/>
                <a:ea typeface="Bridge"/>
                <a:cs typeface="Bridge"/>
                <a:sym typeface="Bridge"/>
              </a:rPr>
              <a:t> and </a:t>
            </a:r>
            <a:r>
              <a:rPr lang="en-US" sz="13818">
                <a:solidFill>
                  <a:srgbClr val="E2325E"/>
                </a:solidFill>
                <a:latin typeface="Bridge"/>
                <a:ea typeface="Bridge"/>
                <a:cs typeface="Bridge"/>
                <a:sym typeface="Bridge"/>
              </a:rPr>
              <a:t>Engagement</a:t>
            </a:r>
            <a:r>
              <a:rPr lang="en-US" sz="13818">
                <a:solidFill>
                  <a:srgbClr val="3B5796"/>
                </a:solidFill>
                <a:latin typeface="Bridge"/>
                <a:ea typeface="Bridge"/>
                <a:cs typeface="Bridge"/>
                <a:sym typeface="Bridge"/>
              </a:rPr>
              <a:t> Matters</a:t>
            </a:r>
          </a:p>
        </p:txBody>
      </p:sp>
      <p:sp>
        <p:nvSpPr>
          <p:cNvPr name="TextBox 56" id="56"/>
          <p:cNvSpPr txBox="true"/>
          <p:nvPr/>
        </p:nvSpPr>
        <p:spPr>
          <a:xfrm rot="0">
            <a:off x="9727891" y="6969566"/>
            <a:ext cx="4943309" cy="2653515"/>
          </a:xfrm>
          <a:prstGeom prst="rect">
            <a:avLst/>
          </a:prstGeom>
        </p:spPr>
        <p:txBody>
          <a:bodyPr anchor="t" rtlCol="false" tIns="0" lIns="0" bIns="0" rIns="0">
            <a:spAutoFit/>
          </a:bodyPr>
          <a:lstStyle/>
          <a:p>
            <a:pPr algn="ctr">
              <a:lnSpc>
                <a:spcPts val="5009"/>
              </a:lnSpc>
            </a:pPr>
            <a:r>
              <a:rPr lang="en-US" sz="5009">
                <a:solidFill>
                  <a:srgbClr val="FFFFFF"/>
                </a:solidFill>
                <a:latin typeface="Bridge"/>
                <a:ea typeface="Bridge"/>
                <a:cs typeface="Bridge"/>
                <a:sym typeface="Bridge"/>
              </a:rPr>
              <a:t>Tips For Increasing Focused Attention and Engagement in Classrooms</a:t>
            </a:r>
          </a:p>
        </p:txBody>
      </p:sp>
      <p:sp>
        <p:nvSpPr>
          <p:cNvPr name="Freeform 57" id="57"/>
          <p:cNvSpPr/>
          <p:nvPr/>
        </p:nvSpPr>
        <p:spPr>
          <a:xfrm flipH="false" flipV="false" rot="0">
            <a:off x="17056593" y="9168617"/>
            <a:ext cx="862892" cy="862892"/>
          </a:xfrm>
          <a:custGeom>
            <a:avLst/>
            <a:gdLst/>
            <a:ahLst/>
            <a:cxnLst/>
            <a:rect r="r" b="b" t="t" l="l"/>
            <a:pathLst>
              <a:path h="862892" w="862892">
                <a:moveTo>
                  <a:pt x="0" y="0"/>
                </a:moveTo>
                <a:lnTo>
                  <a:pt x="862892" y="0"/>
                </a:lnTo>
                <a:lnTo>
                  <a:pt x="862892" y="862892"/>
                </a:lnTo>
                <a:lnTo>
                  <a:pt x="0" y="86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10800000">
            <a:off x="3066865" y="7192923"/>
            <a:ext cx="3609726" cy="2368883"/>
            <a:chOff x="0" y="0"/>
            <a:chExt cx="812800" cy="533400"/>
          </a:xfrm>
        </p:grpSpPr>
        <p:sp>
          <p:nvSpPr>
            <p:cNvPr name="Freeform 3" id="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4" id="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 id="5"/>
          <p:cNvGrpSpPr/>
          <p:nvPr/>
        </p:nvGrpSpPr>
        <p:grpSpPr>
          <a:xfrm rot="-10800000">
            <a:off x="5374644" y="7381158"/>
            <a:ext cx="2261943" cy="1484400"/>
            <a:chOff x="0" y="0"/>
            <a:chExt cx="812800" cy="533400"/>
          </a:xfrm>
        </p:grpSpPr>
        <p:sp>
          <p:nvSpPr>
            <p:cNvPr name="Freeform 6" id="6"/>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7" id="7"/>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8" id="8"/>
          <p:cNvGrpSpPr/>
          <p:nvPr/>
        </p:nvGrpSpPr>
        <p:grpSpPr>
          <a:xfrm rot="0">
            <a:off x="-263281" y="7610658"/>
            <a:ext cx="18549555" cy="4356682"/>
            <a:chOff x="0" y="0"/>
            <a:chExt cx="4885479" cy="1147439"/>
          </a:xfrm>
        </p:grpSpPr>
        <p:sp>
          <p:nvSpPr>
            <p:cNvPr name="Freeform 9" id="9"/>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10" id="10"/>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8649701" y="1734112"/>
            <a:ext cx="9335565" cy="7434505"/>
          </a:xfrm>
          <a:custGeom>
            <a:avLst/>
            <a:gdLst/>
            <a:ahLst/>
            <a:cxnLst/>
            <a:rect r="r" b="b" t="t" l="l"/>
            <a:pathLst>
              <a:path h="7434505" w="9335565">
                <a:moveTo>
                  <a:pt x="0" y="0"/>
                </a:moveTo>
                <a:lnTo>
                  <a:pt x="9335565" y="0"/>
                </a:lnTo>
                <a:lnTo>
                  <a:pt x="9335565" y="7434505"/>
                </a:lnTo>
                <a:lnTo>
                  <a:pt x="0" y="7434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367971" y="1598206"/>
            <a:ext cx="6703012" cy="1301749"/>
          </a:xfrm>
          <a:prstGeom prst="rect">
            <a:avLst/>
          </a:prstGeom>
        </p:spPr>
        <p:txBody>
          <a:bodyPr anchor="t" rtlCol="false" tIns="0" lIns="0" bIns="0" rIns="0">
            <a:spAutoFit/>
          </a:bodyPr>
          <a:lstStyle/>
          <a:p>
            <a:pPr algn="l">
              <a:lnSpc>
                <a:spcPts val="8499"/>
              </a:lnSpc>
            </a:pPr>
            <a:r>
              <a:rPr lang="en-US" sz="8499">
                <a:solidFill>
                  <a:srgbClr val="E2325E"/>
                </a:solidFill>
                <a:latin typeface="Bridge"/>
                <a:ea typeface="Bridge"/>
                <a:cs typeface="Bridge"/>
                <a:sym typeface="Bridge"/>
              </a:rPr>
              <a:t>Why this matters</a:t>
            </a:r>
          </a:p>
        </p:txBody>
      </p:sp>
      <p:grpSp>
        <p:nvGrpSpPr>
          <p:cNvPr name="Group 13" id="13"/>
          <p:cNvGrpSpPr/>
          <p:nvPr/>
        </p:nvGrpSpPr>
        <p:grpSpPr>
          <a:xfrm rot="-10800000">
            <a:off x="-1756164" y="8886265"/>
            <a:ext cx="5569728" cy="3655134"/>
            <a:chOff x="0" y="0"/>
            <a:chExt cx="812800" cy="533400"/>
          </a:xfrm>
        </p:grpSpPr>
        <p:sp>
          <p:nvSpPr>
            <p:cNvPr name="Freeform 14" id="14"/>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5" id="15"/>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6" id="16"/>
          <p:cNvGrpSpPr/>
          <p:nvPr/>
        </p:nvGrpSpPr>
        <p:grpSpPr>
          <a:xfrm rot="-10800000">
            <a:off x="15764691" y="9168617"/>
            <a:ext cx="5569728" cy="3655134"/>
            <a:chOff x="0" y="0"/>
            <a:chExt cx="812800" cy="533400"/>
          </a:xfrm>
        </p:grpSpPr>
        <p:sp>
          <p:nvSpPr>
            <p:cNvPr name="Freeform 17" id="17"/>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8" id="18"/>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9" id="19"/>
          <p:cNvGrpSpPr/>
          <p:nvPr/>
        </p:nvGrpSpPr>
        <p:grpSpPr>
          <a:xfrm rot="0">
            <a:off x="16412460" y="297112"/>
            <a:ext cx="3145613" cy="2064309"/>
            <a:chOff x="0" y="0"/>
            <a:chExt cx="812800" cy="533400"/>
          </a:xfrm>
        </p:grpSpPr>
        <p:sp>
          <p:nvSpPr>
            <p:cNvPr name="Freeform 20" id="20"/>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21" id="21"/>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2" id="22"/>
          <p:cNvGrpSpPr/>
          <p:nvPr/>
        </p:nvGrpSpPr>
        <p:grpSpPr>
          <a:xfrm rot="0">
            <a:off x="4438527" y="-1600252"/>
            <a:ext cx="3814983" cy="2503582"/>
            <a:chOff x="0" y="0"/>
            <a:chExt cx="812800" cy="533400"/>
          </a:xfrm>
        </p:grpSpPr>
        <p:sp>
          <p:nvSpPr>
            <p:cNvPr name="Freeform 23" id="2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24" id="2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5" id="25"/>
          <p:cNvGrpSpPr/>
          <p:nvPr/>
        </p:nvGrpSpPr>
        <p:grpSpPr>
          <a:xfrm rot="0">
            <a:off x="15124213" y="1891366"/>
            <a:ext cx="829193" cy="790325"/>
            <a:chOff x="0" y="0"/>
            <a:chExt cx="812800" cy="774700"/>
          </a:xfrm>
        </p:grpSpPr>
        <p:sp>
          <p:nvSpPr>
            <p:cNvPr name="Freeform 26" id="26"/>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27" id="27"/>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28" id="28"/>
          <p:cNvGrpSpPr/>
          <p:nvPr/>
        </p:nvGrpSpPr>
        <p:grpSpPr>
          <a:xfrm rot="0">
            <a:off x="2948337" y="540287"/>
            <a:ext cx="829193" cy="790325"/>
            <a:chOff x="0" y="0"/>
            <a:chExt cx="812800" cy="774700"/>
          </a:xfrm>
        </p:grpSpPr>
        <p:sp>
          <p:nvSpPr>
            <p:cNvPr name="Freeform 29" id="29"/>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30" id="30"/>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31" id="31"/>
          <p:cNvGrpSpPr/>
          <p:nvPr/>
        </p:nvGrpSpPr>
        <p:grpSpPr>
          <a:xfrm rot="0">
            <a:off x="689429" y="7494112"/>
            <a:ext cx="678541" cy="646735"/>
            <a:chOff x="0" y="0"/>
            <a:chExt cx="812800" cy="774700"/>
          </a:xfrm>
        </p:grpSpPr>
        <p:sp>
          <p:nvSpPr>
            <p:cNvPr name="Freeform 32" id="32"/>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33" id="33"/>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34" id="34"/>
          <p:cNvGrpSpPr/>
          <p:nvPr/>
        </p:nvGrpSpPr>
        <p:grpSpPr>
          <a:xfrm rot="0">
            <a:off x="-1183457" y="705879"/>
            <a:ext cx="2408608" cy="1580649"/>
            <a:chOff x="0" y="0"/>
            <a:chExt cx="812800" cy="533400"/>
          </a:xfrm>
        </p:grpSpPr>
        <p:sp>
          <p:nvSpPr>
            <p:cNvPr name="Freeform 35" id="35"/>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6" id="36"/>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7" id="37"/>
          <p:cNvGrpSpPr/>
          <p:nvPr/>
        </p:nvGrpSpPr>
        <p:grpSpPr>
          <a:xfrm rot="0">
            <a:off x="12027585" y="435118"/>
            <a:ext cx="1524819" cy="1000662"/>
            <a:chOff x="0" y="0"/>
            <a:chExt cx="812800" cy="533400"/>
          </a:xfrm>
        </p:grpSpPr>
        <p:sp>
          <p:nvSpPr>
            <p:cNvPr name="Freeform 38" id="3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9" id="3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40" id="40"/>
          <p:cNvSpPr/>
          <p:nvPr/>
        </p:nvSpPr>
        <p:spPr>
          <a:xfrm flipH="false" flipV="false" rot="0">
            <a:off x="9214279" y="1435780"/>
            <a:ext cx="1851282" cy="1851282"/>
          </a:xfrm>
          <a:custGeom>
            <a:avLst/>
            <a:gdLst/>
            <a:ahLst/>
            <a:cxnLst/>
            <a:rect r="r" b="b" t="t" l="l"/>
            <a:pathLst>
              <a:path h="1851282" w="1851282">
                <a:moveTo>
                  <a:pt x="0" y="0"/>
                </a:moveTo>
                <a:lnTo>
                  <a:pt x="1851281" y="0"/>
                </a:lnTo>
                <a:lnTo>
                  <a:pt x="1851281" y="1851282"/>
                </a:lnTo>
                <a:lnTo>
                  <a:pt x="0" y="18512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1" id="41"/>
          <p:cNvGrpSpPr/>
          <p:nvPr/>
        </p:nvGrpSpPr>
        <p:grpSpPr>
          <a:xfrm rot="2160331">
            <a:off x="6892619" y="9666240"/>
            <a:ext cx="1487935" cy="1502398"/>
            <a:chOff x="0" y="0"/>
            <a:chExt cx="266621" cy="269213"/>
          </a:xfrm>
        </p:grpSpPr>
        <p:sp>
          <p:nvSpPr>
            <p:cNvPr name="Freeform 42" id="42"/>
            <p:cNvSpPr/>
            <p:nvPr/>
          </p:nvSpPr>
          <p:spPr>
            <a:xfrm flipH="false" flipV="false" rot="0">
              <a:off x="0" y="0"/>
              <a:ext cx="266621" cy="269213"/>
            </a:xfrm>
            <a:custGeom>
              <a:avLst/>
              <a:gdLst/>
              <a:ahLst/>
              <a:cxnLst/>
              <a:rect r="r" b="b" t="t" l="l"/>
              <a:pathLst>
                <a:path h="269213" w="266621">
                  <a:moveTo>
                    <a:pt x="133311" y="0"/>
                  </a:moveTo>
                  <a:lnTo>
                    <a:pt x="133311" y="0"/>
                  </a:lnTo>
                  <a:cubicBezTo>
                    <a:pt x="206936" y="0"/>
                    <a:pt x="266621" y="59685"/>
                    <a:pt x="266621" y="133311"/>
                  </a:cubicBezTo>
                  <a:lnTo>
                    <a:pt x="266621" y="135902"/>
                  </a:lnTo>
                  <a:cubicBezTo>
                    <a:pt x="266621" y="171258"/>
                    <a:pt x="252576" y="205166"/>
                    <a:pt x="227575" y="230167"/>
                  </a:cubicBezTo>
                  <a:cubicBezTo>
                    <a:pt x="202575" y="255168"/>
                    <a:pt x="168667" y="269213"/>
                    <a:pt x="133311" y="269213"/>
                  </a:cubicBezTo>
                  <a:lnTo>
                    <a:pt x="133311" y="269213"/>
                  </a:lnTo>
                  <a:cubicBezTo>
                    <a:pt x="59685" y="269213"/>
                    <a:pt x="0" y="209528"/>
                    <a:pt x="0" y="135902"/>
                  </a:cubicBezTo>
                  <a:lnTo>
                    <a:pt x="0" y="133311"/>
                  </a:lnTo>
                  <a:cubicBezTo>
                    <a:pt x="0" y="97954"/>
                    <a:pt x="14045" y="64046"/>
                    <a:pt x="39046" y="39046"/>
                  </a:cubicBezTo>
                  <a:cubicBezTo>
                    <a:pt x="64046" y="14045"/>
                    <a:pt x="97954" y="0"/>
                    <a:pt x="133311" y="0"/>
                  </a:cubicBezTo>
                  <a:close/>
                </a:path>
              </a:pathLst>
            </a:custGeom>
            <a:gradFill rotWithShape="true">
              <a:gsLst>
                <a:gs pos="0">
                  <a:srgbClr val="A2D6E8">
                    <a:alpha val="100000"/>
                  </a:srgbClr>
                </a:gs>
                <a:gs pos="100000">
                  <a:srgbClr val="3EBFEC">
                    <a:alpha val="100000"/>
                  </a:srgbClr>
                </a:gs>
              </a:gsLst>
              <a:lin ang="2700000"/>
            </a:gradFill>
          </p:spPr>
        </p:sp>
        <p:sp>
          <p:nvSpPr>
            <p:cNvPr name="TextBox 43" id="43"/>
            <p:cNvSpPr txBox="true"/>
            <p:nvPr/>
          </p:nvSpPr>
          <p:spPr>
            <a:xfrm>
              <a:off x="0" y="66675"/>
              <a:ext cx="266621" cy="202538"/>
            </a:xfrm>
            <a:prstGeom prst="rect">
              <a:avLst/>
            </a:prstGeom>
          </p:spPr>
          <p:txBody>
            <a:bodyPr anchor="ctr" rtlCol="false" tIns="50800" lIns="50800" bIns="50800" rIns="50800"/>
            <a:lstStyle/>
            <a:p>
              <a:pPr algn="ctr">
                <a:lnSpc>
                  <a:spcPts val="3500"/>
                </a:lnSpc>
              </a:pPr>
            </a:p>
          </p:txBody>
        </p:sp>
      </p:grpSp>
      <p:grpSp>
        <p:nvGrpSpPr>
          <p:cNvPr name="Group 44" id="44"/>
          <p:cNvGrpSpPr/>
          <p:nvPr/>
        </p:nvGrpSpPr>
        <p:grpSpPr>
          <a:xfrm rot="0">
            <a:off x="17919485" y="4135849"/>
            <a:ext cx="901583" cy="90158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46" id="46"/>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47" id="47"/>
          <p:cNvGrpSpPr/>
          <p:nvPr/>
        </p:nvGrpSpPr>
        <p:grpSpPr>
          <a:xfrm rot="937581">
            <a:off x="7035457" y="1727817"/>
            <a:ext cx="1013291" cy="886629"/>
            <a:chOff x="0" y="0"/>
            <a:chExt cx="812800" cy="711200"/>
          </a:xfrm>
        </p:grpSpPr>
        <p:sp>
          <p:nvSpPr>
            <p:cNvPr name="Freeform 48" id="48"/>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49" id="49"/>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50" id="50"/>
          <p:cNvGrpSpPr/>
          <p:nvPr/>
        </p:nvGrpSpPr>
        <p:grpSpPr>
          <a:xfrm rot="-803505">
            <a:off x="-175299" y="4307120"/>
            <a:ext cx="860811" cy="860811"/>
            <a:chOff x="0" y="0"/>
            <a:chExt cx="812800" cy="812800"/>
          </a:xfrm>
        </p:grpSpPr>
        <p:sp>
          <p:nvSpPr>
            <p:cNvPr name="Freeform 51" id="51"/>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52" id="52"/>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sp>
        <p:nvSpPr>
          <p:cNvPr name="Freeform 53" id="53"/>
          <p:cNvSpPr/>
          <p:nvPr/>
        </p:nvSpPr>
        <p:spPr>
          <a:xfrm flipH="false" flipV="false" rot="0">
            <a:off x="587814" y="9120920"/>
            <a:ext cx="881772" cy="881772"/>
          </a:xfrm>
          <a:custGeom>
            <a:avLst/>
            <a:gdLst/>
            <a:ahLst/>
            <a:cxnLst/>
            <a:rect r="r" b="b" t="t" l="l"/>
            <a:pathLst>
              <a:path h="881772" w="881772">
                <a:moveTo>
                  <a:pt x="0" y="0"/>
                </a:moveTo>
                <a:lnTo>
                  <a:pt x="881772" y="0"/>
                </a:lnTo>
                <a:lnTo>
                  <a:pt x="881772" y="881772"/>
                </a:lnTo>
                <a:lnTo>
                  <a:pt x="0" y="881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4" id="54"/>
          <p:cNvSpPr txBox="true"/>
          <p:nvPr/>
        </p:nvSpPr>
        <p:spPr>
          <a:xfrm rot="0">
            <a:off x="989291" y="3061881"/>
            <a:ext cx="7764873" cy="3558178"/>
          </a:xfrm>
          <a:prstGeom prst="rect">
            <a:avLst/>
          </a:prstGeom>
        </p:spPr>
        <p:txBody>
          <a:bodyPr anchor="t" rtlCol="false" tIns="0" lIns="0" bIns="0" rIns="0">
            <a:spAutoFit/>
          </a:bodyPr>
          <a:lstStyle/>
          <a:p>
            <a:pPr algn="l">
              <a:lnSpc>
                <a:spcPts val="4054"/>
              </a:lnSpc>
            </a:pPr>
            <a:r>
              <a:rPr lang="en-US" sz="2385">
                <a:solidFill>
                  <a:srgbClr val="000000"/>
                </a:solidFill>
                <a:latin typeface="Bricolage Grotesque"/>
                <a:ea typeface="Bricolage Grotesque"/>
                <a:cs typeface="Bricolage Grotesque"/>
                <a:sym typeface="Bricolage Grotesque"/>
              </a:rPr>
              <a:t>In today’s digital environment, students are constantly exposed to distractions that compete for their attention. Distractions come from notifications, multitasking habits, and other students. Maintaining focues has become increasingly difficut yet attention remains a foundational skill for learning, comprehension, and critical thinking. </a:t>
            </a:r>
          </a:p>
        </p:txBody>
      </p:sp>
      <p:sp>
        <p:nvSpPr>
          <p:cNvPr name="Freeform 55" id="55"/>
          <p:cNvSpPr/>
          <p:nvPr/>
        </p:nvSpPr>
        <p:spPr>
          <a:xfrm flipH="false" flipV="false" rot="0">
            <a:off x="17056593" y="9168617"/>
            <a:ext cx="862892" cy="862892"/>
          </a:xfrm>
          <a:custGeom>
            <a:avLst/>
            <a:gdLst/>
            <a:ahLst/>
            <a:cxnLst/>
            <a:rect r="r" b="b" t="t" l="l"/>
            <a:pathLst>
              <a:path h="862892" w="862892">
                <a:moveTo>
                  <a:pt x="0" y="0"/>
                </a:moveTo>
                <a:lnTo>
                  <a:pt x="862892" y="0"/>
                </a:lnTo>
                <a:lnTo>
                  <a:pt x="862892" y="862892"/>
                </a:lnTo>
                <a:lnTo>
                  <a:pt x="0" y="8628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5506635" y="7464486"/>
            <a:ext cx="4173590" cy="2738918"/>
            <a:chOff x="0" y="0"/>
            <a:chExt cx="812800" cy="533400"/>
          </a:xfrm>
        </p:grpSpPr>
        <p:sp>
          <p:nvSpPr>
            <p:cNvPr name="Freeform 3" id="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4" id="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 id="5"/>
          <p:cNvGrpSpPr/>
          <p:nvPr/>
        </p:nvGrpSpPr>
        <p:grpSpPr>
          <a:xfrm rot="0">
            <a:off x="7353868" y="7957799"/>
            <a:ext cx="3073330" cy="2016873"/>
            <a:chOff x="0" y="0"/>
            <a:chExt cx="812800" cy="533400"/>
          </a:xfrm>
        </p:grpSpPr>
        <p:sp>
          <p:nvSpPr>
            <p:cNvPr name="Freeform 6" id="6"/>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7" id="7"/>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8" id="8"/>
          <p:cNvGrpSpPr/>
          <p:nvPr/>
        </p:nvGrpSpPr>
        <p:grpSpPr>
          <a:xfrm rot="0">
            <a:off x="0" y="8833945"/>
            <a:ext cx="18549555" cy="4356682"/>
            <a:chOff x="0" y="0"/>
            <a:chExt cx="4885479" cy="1147439"/>
          </a:xfrm>
        </p:grpSpPr>
        <p:sp>
          <p:nvSpPr>
            <p:cNvPr name="Freeform 9" id="9"/>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10" id="10"/>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10800000">
            <a:off x="9793165" y="6450503"/>
            <a:ext cx="8839214" cy="1279050"/>
            <a:chOff x="0" y="0"/>
            <a:chExt cx="2328024" cy="336869"/>
          </a:xfrm>
        </p:grpSpPr>
        <p:sp>
          <p:nvSpPr>
            <p:cNvPr name="Freeform 12" id="12"/>
            <p:cNvSpPr/>
            <p:nvPr/>
          </p:nvSpPr>
          <p:spPr>
            <a:xfrm flipH="false" flipV="false" rot="0">
              <a:off x="0" y="0"/>
              <a:ext cx="2328024" cy="336869"/>
            </a:xfrm>
            <a:custGeom>
              <a:avLst/>
              <a:gdLst/>
              <a:ahLst/>
              <a:cxnLst/>
              <a:rect r="r" b="b" t="t" l="l"/>
              <a:pathLst>
                <a:path h="336869" w="2328024">
                  <a:moveTo>
                    <a:pt x="21897" y="0"/>
                  </a:moveTo>
                  <a:lnTo>
                    <a:pt x="2306127" y="0"/>
                  </a:lnTo>
                  <a:cubicBezTo>
                    <a:pt x="2311934" y="0"/>
                    <a:pt x="2317504" y="2307"/>
                    <a:pt x="2321610" y="6413"/>
                  </a:cubicBezTo>
                  <a:cubicBezTo>
                    <a:pt x="2325717" y="10520"/>
                    <a:pt x="2328024" y="16089"/>
                    <a:pt x="2328024" y="21897"/>
                  </a:cubicBezTo>
                  <a:lnTo>
                    <a:pt x="2328024" y="314973"/>
                  </a:lnTo>
                  <a:cubicBezTo>
                    <a:pt x="2328024" y="320780"/>
                    <a:pt x="2325717" y="326349"/>
                    <a:pt x="2321610" y="330456"/>
                  </a:cubicBezTo>
                  <a:cubicBezTo>
                    <a:pt x="2317504" y="334562"/>
                    <a:pt x="2311934" y="336869"/>
                    <a:pt x="2306127" y="336869"/>
                  </a:cubicBezTo>
                  <a:lnTo>
                    <a:pt x="21897" y="336869"/>
                  </a:lnTo>
                  <a:cubicBezTo>
                    <a:pt x="16089" y="336869"/>
                    <a:pt x="10520" y="334562"/>
                    <a:pt x="6413" y="330456"/>
                  </a:cubicBezTo>
                  <a:cubicBezTo>
                    <a:pt x="2307" y="326349"/>
                    <a:pt x="0" y="320780"/>
                    <a:pt x="0" y="314973"/>
                  </a:cubicBezTo>
                  <a:lnTo>
                    <a:pt x="0" y="21897"/>
                  </a:lnTo>
                  <a:cubicBezTo>
                    <a:pt x="0" y="16089"/>
                    <a:pt x="2307" y="10520"/>
                    <a:pt x="6413" y="6413"/>
                  </a:cubicBezTo>
                  <a:cubicBezTo>
                    <a:pt x="10520" y="2307"/>
                    <a:pt x="16089" y="0"/>
                    <a:pt x="21897" y="0"/>
                  </a:cubicBezTo>
                  <a:close/>
                </a:path>
              </a:pathLst>
            </a:custGeom>
            <a:gradFill rotWithShape="true">
              <a:gsLst>
                <a:gs pos="0">
                  <a:srgbClr val="F6CC70">
                    <a:alpha val="100000"/>
                  </a:srgbClr>
                </a:gs>
                <a:gs pos="100000">
                  <a:srgbClr val="FBBB32">
                    <a:alpha val="100000"/>
                  </a:srgbClr>
                </a:gs>
              </a:gsLst>
              <a:lin ang="2700000"/>
            </a:gradFill>
          </p:spPr>
        </p:sp>
        <p:sp>
          <p:nvSpPr>
            <p:cNvPr name="TextBox 13" id="13"/>
            <p:cNvSpPr txBox="true"/>
            <p:nvPr/>
          </p:nvSpPr>
          <p:spPr>
            <a:xfrm>
              <a:off x="0" y="-38100"/>
              <a:ext cx="2328024" cy="37496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10800000">
            <a:off x="9793165" y="4660105"/>
            <a:ext cx="8839214" cy="1279050"/>
            <a:chOff x="0" y="0"/>
            <a:chExt cx="2328024" cy="336869"/>
          </a:xfrm>
        </p:grpSpPr>
        <p:sp>
          <p:nvSpPr>
            <p:cNvPr name="Freeform 15" id="15"/>
            <p:cNvSpPr/>
            <p:nvPr/>
          </p:nvSpPr>
          <p:spPr>
            <a:xfrm flipH="false" flipV="false" rot="0">
              <a:off x="0" y="0"/>
              <a:ext cx="2328024" cy="336869"/>
            </a:xfrm>
            <a:custGeom>
              <a:avLst/>
              <a:gdLst/>
              <a:ahLst/>
              <a:cxnLst/>
              <a:rect r="r" b="b" t="t" l="l"/>
              <a:pathLst>
                <a:path h="336869" w="2328024">
                  <a:moveTo>
                    <a:pt x="21897" y="0"/>
                  </a:moveTo>
                  <a:lnTo>
                    <a:pt x="2306127" y="0"/>
                  </a:lnTo>
                  <a:cubicBezTo>
                    <a:pt x="2311934" y="0"/>
                    <a:pt x="2317504" y="2307"/>
                    <a:pt x="2321610" y="6413"/>
                  </a:cubicBezTo>
                  <a:cubicBezTo>
                    <a:pt x="2325717" y="10520"/>
                    <a:pt x="2328024" y="16089"/>
                    <a:pt x="2328024" y="21897"/>
                  </a:cubicBezTo>
                  <a:lnTo>
                    <a:pt x="2328024" y="314973"/>
                  </a:lnTo>
                  <a:cubicBezTo>
                    <a:pt x="2328024" y="320780"/>
                    <a:pt x="2325717" y="326349"/>
                    <a:pt x="2321610" y="330456"/>
                  </a:cubicBezTo>
                  <a:cubicBezTo>
                    <a:pt x="2317504" y="334562"/>
                    <a:pt x="2311934" y="336869"/>
                    <a:pt x="2306127" y="336869"/>
                  </a:cubicBezTo>
                  <a:lnTo>
                    <a:pt x="21897" y="336869"/>
                  </a:lnTo>
                  <a:cubicBezTo>
                    <a:pt x="16089" y="336869"/>
                    <a:pt x="10520" y="334562"/>
                    <a:pt x="6413" y="330456"/>
                  </a:cubicBezTo>
                  <a:cubicBezTo>
                    <a:pt x="2307" y="326349"/>
                    <a:pt x="0" y="320780"/>
                    <a:pt x="0" y="314973"/>
                  </a:cubicBezTo>
                  <a:lnTo>
                    <a:pt x="0" y="21897"/>
                  </a:lnTo>
                  <a:cubicBezTo>
                    <a:pt x="0" y="16089"/>
                    <a:pt x="2307" y="10520"/>
                    <a:pt x="6413" y="6413"/>
                  </a:cubicBezTo>
                  <a:cubicBezTo>
                    <a:pt x="10520" y="2307"/>
                    <a:pt x="16089" y="0"/>
                    <a:pt x="21897" y="0"/>
                  </a:cubicBezTo>
                  <a:close/>
                </a:path>
              </a:pathLst>
            </a:custGeom>
            <a:gradFill rotWithShape="true">
              <a:gsLst>
                <a:gs pos="0">
                  <a:srgbClr val="F6CC70">
                    <a:alpha val="100000"/>
                  </a:srgbClr>
                </a:gs>
                <a:gs pos="100000">
                  <a:srgbClr val="FBBB32">
                    <a:alpha val="100000"/>
                  </a:srgbClr>
                </a:gs>
              </a:gsLst>
              <a:lin ang="2700000"/>
            </a:gradFill>
          </p:spPr>
        </p:sp>
        <p:sp>
          <p:nvSpPr>
            <p:cNvPr name="TextBox 16" id="16"/>
            <p:cNvSpPr txBox="true"/>
            <p:nvPr/>
          </p:nvSpPr>
          <p:spPr>
            <a:xfrm>
              <a:off x="0" y="-38100"/>
              <a:ext cx="2328024" cy="37496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10800000">
            <a:off x="9793165" y="2713577"/>
            <a:ext cx="8839214" cy="1279050"/>
            <a:chOff x="0" y="0"/>
            <a:chExt cx="2328024" cy="336869"/>
          </a:xfrm>
        </p:grpSpPr>
        <p:sp>
          <p:nvSpPr>
            <p:cNvPr name="Freeform 18" id="18"/>
            <p:cNvSpPr/>
            <p:nvPr/>
          </p:nvSpPr>
          <p:spPr>
            <a:xfrm flipH="false" flipV="false" rot="0">
              <a:off x="0" y="0"/>
              <a:ext cx="2328024" cy="336869"/>
            </a:xfrm>
            <a:custGeom>
              <a:avLst/>
              <a:gdLst/>
              <a:ahLst/>
              <a:cxnLst/>
              <a:rect r="r" b="b" t="t" l="l"/>
              <a:pathLst>
                <a:path h="336869" w="2328024">
                  <a:moveTo>
                    <a:pt x="21897" y="0"/>
                  </a:moveTo>
                  <a:lnTo>
                    <a:pt x="2306127" y="0"/>
                  </a:lnTo>
                  <a:cubicBezTo>
                    <a:pt x="2311934" y="0"/>
                    <a:pt x="2317504" y="2307"/>
                    <a:pt x="2321610" y="6413"/>
                  </a:cubicBezTo>
                  <a:cubicBezTo>
                    <a:pt x="2325717" y="10520"/>
                    <a:pt x="2328024" y="16089"/>
                    <a:pt x="2328024" y="21897"/>
                  </a:cubicBezTo>
                  <a:lnTo>
                    <a:pt x="2328024" y="314973"/>
                  </a:lnTo>
                  <a:cubicBezTo>
                    <a:pt x="2328024" y="320780"/>
                    <a:pt x="2325717" y="326349"/>
                    <a:pt x="2321610" y="330456"/>
                  </a:cubicBezTo>
                  <a:cubicBezTo>
                    <a:pt x="2317504" y="334562"/>
                    <a:pt x="2311934" y="336869"/>
                    <a:pt x="2306127" y="336869"/>
                  </a:cubicBezTo>
                  <a:lnTo>
                    <a:pt x="21897" y="336869"/>
                  </a:lnTo>
                  <a:cubicBezTo>
                    <a:pt x="16089" y="336869"/>
                    <a:pt x="10520" y="334562"/>
                    <a:pt x="6413" y="330456"/>
                  </a:cubicBezTo>
                  <a:cubicBezTo>
                    <a:pt x="2307" y="326349"/>
                    <a:pt x="0" y="320780"/>
                    <a:pt x="0" y="314973"/>
                  </a:cubicBezTo>
                  <a:lnTo>
                    <a:pt x="0" y="21897"/>
                  </a:lnTo>
                  <a:cubicBezTo>
                    <a:pt x="0" y="16089"/>
                    <a:pt x="2307" y="10520"/>
                    <a:pt x="6413" y="6413"/>
                  </a:cubicBezTo>
                  <a:cubicBezTo>
                    <a:pt x="10520" y="2307"/>
                    <a:pt x="16089" y="0"/>
                    <a:pt x="21897" y="0"/>
                  </a:cubicBezTo>
                  <a:close/>
                </a:path>
              </a:pathLst>
            </a:custGeom>
            <a:gradFill rotWithShape="true">
              <a:gsLst>
                <a:gs pos="0">
                  <a:srgbClr val="F6CC70">
                    <a:alpha val="100000"/>
                  </a:srgbClr>
                </a:gs>
                <a:gs pos="100000">
                  <a:srgbClr val="FBBB32">
                    <a:alpha val="100000"/>
                  </a:srgbClr>
                </a:gs>
              </a:gsLst>
              <a:lin ang="2700000"/>
            </a:gradFill>
          </p:spPr>
        </p:sp>
        <p:sp>
          <p:nvSpPr>
            <p:cNvPr name="TextBox 19" id="19"/>
            <p:cNvSpPr txBox="true"/>
            <p:nvPr/>
          </p:nvSpPr>
          <p:spPr>
            <a:xfrm>
              <a:off x="0" y="-38100"/>
              <a:ext cx="2328024" cy="374969"/>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10800000">
            <a:off x="16007969" y="7059042"/>
            <a:ext cx="5569728" cy="3655134"/>
            <a:chOff x="0" y="0"/>
            <a:chExt cx="812800" cy="533400"/>
          </a:xfrm>
        </p:grpSpPr>
        <p:sp>
          <p:nvSpPr>
            <p:cNvPr name="Freeform 21" id="2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2" id="22"/>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3" id="23"/>
          <p:cNvGrpSpPr/>
          <p:nvPr/>
        </p:nvGrpSpPr>
        <p:grpSpPr>
          <a:xfrm rot="0">
            <a:off x="13706106" y="8359947"/>
            <a:ext cx="5569728" cy="3655134"/>
            <a:chOff x="0" y="0"/>
            <a:chExt cx="812800" cy="533400"/>
          </a:xfrm>
        </p:grpSpPr>
        <p:sp>
          <p:nvSpPr>
            <p:cNvPr name="Freeform 24" id="24"/>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5" id="25"/>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TextBox 26" id="26"/>
          <p:cNvSpPr txBox="true"/>
          <p:nvPr/>
        </p:nvSpPr>
        <p:spPr>
          <a:xfrm rot="0">
            <a:off x="773494" y="1232520"/>
            <a:ext cx="7478126" cy="2378074"/>
          </a:xfrm>
          <a:prstGeom prst="rect">
            <a:avLst/>
          </a:prstGeom>
        </p:spPr>
        <p:txBody>
          <a:bodyPr anchor="t" rtlCol="false" tIns="0" lIns="0" bIns="0" rIns="0">
            <a:spAutoFit/>
          </a:bodyPr>
          <a:lstStyle/>
          <a:p>
            <a:pPr algn="l">
              <a:lnSpc>
                <a:spcPts val="8499"/>
              </a:lnSpc>
            </a:pPr>
            <a:r>
              <a:rPr lang="en-US" sz="8499">
                <a:solidFill>
                  <a:srgbClr val="E2325E"/>
                </a:solidFill>
                <a:latin typeface="Bridge"/>
                <a:ea typeface="Bridge"/>
                <a:cs typeface="Bridge"/>
                <a:sym typeface="Bridge"/>
              </a:rPr>
              <a:t>Focused AttentION Increases Engagement</a:t>
            </a:r>
          </a:p>
        </p:txBody>
      </p:sp>
      <p:sp>
        <p:nvSpPr>
          <p:cNvPr name="TextBox 27" id="27"/>
          <p:cNvSpPr txBox="true"/>
          <p:nvPr/>
        </p:nvSpPr>
        <p:spPr>
          <a:xfrm rot="0">
            <a:off x="755146" y="3531850"/>
            <a:ext cx="7764873" cy="3558178"/>
          </a:xfrm>
          <a:prstGeom prst="rect">
            <a:avLst/>
          </a:prstGeom>
        </p:spPr>
        <p:txBody>
          <a:bodyPr anchor="t" rtlCol="false" tIns="0" lIns="0" bIns="0" rIns="0">
            <a:spAutoFit/>
          </a:bodyPr>
          <a:lstStyle/>
          <a:p>
            <a:pPr algn="l">
              <a:lnSpc>
                <a:spcPts val="4054"/>
              </a:lnSpc>
            </a:pPr>
            <a:r>
              <a:rPr lang="en-US" sz="2385">
                <a:solidFill>
                  <a:srgbClr val="000000"/>
                </a:solidFill>
                <a:latin typeface="Bricolage Grotesque"/>
                <a:ea typeface="Bricolage Grotesque"/>
                <a:cs typeface="Bricolage Grotesque"/>
                <a:sym typeface="Bricolage Grotesque"/>
              </a:rPr>
              <a:t>This short course is designed to help educators understand how attention impacts learning and to provide practical strategies for reducing distractions and increasing student engagement. By intentionally designing classroom learning experiences that support focus, educators can improve both student outcomes and overall classroom effectiveness.</a:t>
            </a:r>
          </a:p>
        </p:txBody>
      </p:sp>
      <p:sp>
        <p:nvSpPr>
          <p:cNvPr name="TextBox 28" id="28"/>
          <p:cNvSpPr txBox="true"/>
          <p:nvPr/>
        </p:nvSpPr>
        <p:spPr>
          <a:xfrm rot="0">
            <a:off x="10299810" y="4894500"/>
            <a:ext cx="7691391" cy="876935"/>
          </a:xfrm>
          <a:prstGeom prst="rect">
            <a:avLst/>
          </a:prstGeom>
        </p:spPr>
        <p:txBody>
          <a:bodyPr anchor="t" rtlCol="false" tIns="0" lIns="0" bIns="0" rIns="0">
            <a:spAutoFit/>
          </a:bodyPr>
          <a:lstStyle/>
          <a:p>
            <a:pPr algn="l">
              <a:lnSpc>
                <a:spcPts val="3399"/>
              </a:lnSpc>
            </a:pPr>
            <a:r>
              <a:rPr lang="en-US" sz="3399" b="true">
                <a:solidFill>
                  <a:srgbClr val="000000"/>
                </a:solidFill>
                <a:latin typeface="Bricolage Grotesque Bold"/>
                <a:ea typeface="Bricolage Grotesque Bold"/>
                <a:cs typeface="Bricolage Grotesque Bold"/>
                <a:sym typeface="Bricolage Grotesque Bold"/>
              </a:rPr>
              <a:t>Section 2: Strategies to Reduce Distraction and Increase Engagment</a:t>
            </a:r>
          </a:p>
        </p:txBody>
      </p:sp>
      <p:grpSp>
        <p:nvGrpSpPr>
          <p:cNvPr name="Group 29" id="29"/>
          <p:cNvGrpSpPr/>
          <p:nvPr/>
        </p:nvGrpSpPr>
        <p:grpSpPr>
          <a:xfrm rot="-803505">
            <a:off x="9362760" y="2801559"/>
            <a:ext cx="860811" cy="860811"/>
            <a:chOff x="0" y="0"/>
            <a:chExt cx="812800" cy="812800"/>
          </a:xfrm>
        </p:grpSpPr>
        <p:sp>
          <p:nvSpPr>
            <p:cNvPr name="Freeform 30" id="30"/>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31" id="31"/>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grpSp>
        <p:nvGrpSpPr>
          <p:cNvPr name="Group 32" id="32"/>
          <p:cNvGrpSpPr/>
          <p:nvPr/>
        </p:nvGrpSpPr>
        <p:grpSpPr>
          <a:xfrm rot="0">
            <a:off x="9286520" y="4778250"/>
            <a:ext cx="1013291" cy="886629"/>
            <a:chOff x="0" y="0"/>
            <a:chExt cx="812800" cy="711200"/>
          </a:xfrm>
        </p:grpSpPr>
        <p:sp>
          <p:nvSpPr>
            <p:cNvPr name="Freeform 33" id="33"/>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34" id="34"/>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35" id="35"/>
          <p:cNvGrpSpPr/>
          <p:nvPr/>
        </p:nvGrpSpPr>
        <p:grpSpPr>
          <a:xfrm rot="0">
            <a:off x="9389432" y="6720205"/>
            <a:ext cx="807466" cy="807466"/>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37" id="37"/>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38" id="38"/>
          <p:cNvGrpSpPr/>
          <p:nvPr/>
        </p:nvGrpSpPr>
        <p:grpSpPr>
          <a:xfrm rot="0">
            <a:off x="10819672" y="-1176725"/>
            <a:ext cx="3814983" cy="2503582"/>
            <a:chOff x="0" y="0"/>
            <a:chExt cx="812800" cy="533400"/>
          </a:xfrm>
        </p:grpSpPr>
        <p:sp>
          <p:nvSpPr>
            <p:cNvPr name="Freeform 39" id="3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0" id="4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1" id="41"/>
          <p:cNvGrpSpPr/>
          <p:nvPr/>
        </p:nvGrpSpPr>
        <p:grpSpPr>
          <a:xfrm rot="0">
            <a:off x="16800995" y="813147"/>
            <a:ext cx="2250533" cy="1476912"/>
            <a:chOff x="0" y="0"/>
            <a:chExt cx="812800" cy="533400"/>
          </a:xfrm>
        </p:grpSpPr>
        <p:sp>
          <p:nvSpPr>
            <p:cNvPr name="Freeform 42" id="4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3" id="4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4" id="44"/>
          <p:cNvGrpSpPr/>
          <p:nvPr/>
        </p:nvGrpSpPr>
        <p:grpSpPr>
          <a:xfrm rot="0">
            <a:off x="-1495387" y="6720205"/>
            <a:ext cx="2250533" cy="1476912"/>
            <a:chOff x="0" y="0"/>
            <a:chExt cx="812800" cy="533400"/>
          </a:xfrm>
        </p:grpSpPr>
        <p:sp>
          <p:nvSpPr>
            <p:cNvPr name="Freeform 45" id="45"/>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6" id="46"/>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7" id="47"/>
          <p:cNvGrpSpPr/>
          <p:nvPr/>
        </p:nvGrpSpPr>
        <p:grpSpPr>
          <a:xfrm rot="0">
            <a:off x="3178236" y="309610"/>
            <a:ext cx="1534589" cy="1007074"/>
            <a:chOff x="0" y="0"/>
            <a:chExt cx="812800" cy="533400"/>
          </a:xfrm>
        </p:grpSpPr>
        <p:sp>
          <p:nvSpPr>
            <p:cNvPr name="Freeform 48" id="4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9" id="4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0" id="50"/>
          <p:cNvGrpSpPr/>
          <p:nvPr/>
        </p:nvGrpSpPr>
        <p:grpSpPr>
          <a:xfrm rot="-10800000">
            <a:off x="-2132633" y="9083912"/>
            <a:ext cx="5569728" cy="3655134"/>
            <a:chOff x="0" y="0"/>
            <a:chExt cx="812800" cy="533400"/>
          </a:xfrm>
        </p:grpSpPr>
        <p:sp>
          <p:nvSpPr>
            <p:cNvPr name="Freeform 51" id="5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52" id="52"/>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53" id="53"/>
          <p:cNvSpPr/>
          <p:nvPr/>
        </p:nvSpPr>
        <p:spPr>
          <a:xfrm flipH="false" flipV="false" rot="0">
            <a:off x="-822582" y="-524424"/>
            <a:ext cx="2076027" cy="2076027"/>
          </a:xfrm>
          <a:custGeom>
            <a:avLst/>
            <a:gdLst/>
            <a:ahLst/>
            <a:cxnLst/>
            <a:rect r="r" b="b" t="t" l="l"/>
            <a:pathLst>
              <a:path h="2076027" w="2076027">
                <a:moveTo>
                  <a:pt x="0" y="0"/>
                </a:moveTo>
                <a:lnTo>
                  <a:pt x="2076027" y="0"/>
                </a:lnTo>
                <a:lnTo>
                  <a:pt x="2076027" y="2076027"/>
                </a:lnTo>
                <a:lnTo>
                  <a:pt x="0" y="20760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4" id="54"/>
          <p:cNvGrpSpPr/>
          <p:nvPr/>
        </p:nvGrpSpPr>
        <p:grpSpPr>
          <a:xfrm rot="2160331">
            <a:off x="7499110" y="9640950"/>
            <a:ext cx="1487935" cy="1502398"/>
            <a:chOff x="0" y="0"/>
            <a:chExt cx="266621" cy="269213"/>
          </a:xfrm>
        </p:grpSpPr>
        <p:sp>
          <p:nvSpPr>
            <p:cNvPr name="Freeform 55" id="55"/>
            <p:cNvSpPr/>
            <p:nvPr/>
          </p:nvSpPr>
          <p:spPr>
            <a:xfrm flipH="false" flipV="false" rot="0">
              <a:off x="0" y="0"/>
              <a:ext cx="266621" cy="269213"/>
            </a:xfrm>
            <a:custGeom>
              <a:avLst/>
              <a:gdLst/>
              <a:ahLst/>
              <a:cxnLst/>
              <a:rect r="r" b="b" t="t" l="l"/>
              <a:pathLst>
                <a:path h="269213" w="266621">
                  <a:moveTo>
                    <a:pt x="133311" y="0"/>
                  </a:moveTo>
                  <a:lnTo>
                    <a:pt x="133311" y="0"/>
                  </a:lnTo>
                  <a:cubicBezTo>
                    <a:pt x="206936" y="0"/>
                    <a:pt x="266621" y="59685"/>
                    <a:pt x="266621" y="133311"/>
                  </a:cubicBezTo>
                  <a:lnTo>
                    <a:pt x="266621" y="135902"/>
                  </a:lnTo>
                  <a:cubicBezTo>
                    <a:pt x="266621" y="171258"/>
                    <a:pt x="252576" y="205166"/>
                    <a:pt x="227575" y="230167"/>
                  </a:cubicBezTo>
                  <a:cubicBezTo>
                    <a:pt x="202575" y="255168"/>
                    <a:pt x="168667" y="269213"/>
                    <a:pt x="133311" y="269213"/>
                  </a:cubicBezTo>
                  <a:lnTo>
                    <a:pt x="133311" y="269213"/>
                  </a:lnTo>
                  <a:cubicBezTo>
                    <a:pt x="59685" y="269213"/>
                    <a:pt x="0" y="209528"/>
                    <a:pt x="0" y="135902"/>
                  </a:cubicBezTo>
                  <a:lnTo>
                    <a:pt x="0" y="133311"/>
                  </a:lnTo>
                  <a:cubicBezTo>
                    <a:pt x="0" y="97954"/>
                    <a:pt x="14045" y="64046"/>
                    <a:pt x="39046" y="39046"/>
                  </a:cubicBezTo>
                  <a:cubicBezTo>
                    <a:pt x="64046" y="14045"/>
                    <a:pt x="97954" y="0"/>
                    <a:pt x="133311" y="0"/>
                  </a:cubicBezTo>
                  <a:close/>
                </a:path>
              </a:pathLst>
            </a:custGeom>
            <a:gradFill rotWithShape="true">
              <a:gsLst>
                <a:gs pos="0">
                  <a:srgbClr val="A2D6E8">
                    <a:alpha val="100000"/>
                  </a:srgbClr>
                </a:gs>
                <a:gs pos="100000">
                  <a:srgbClr val="3EBFEC">
                    <a:alpha val="100000"/>
                  </a:srgbClr>
                </a:gs>
              </a:gsLst>
              <a:lin ang="2700000"/>
            </a:gradFill>
          </p:spPr>
        </p:sp>
        <p:sp>
          <p:nvSpPr>
            <p:cNvPr name="TextBox 56" id="56"/>
            <p:cNvSpPr txBox="true"/>
            <p:nvPr/>
          </p:nvSpPr>
          <p:spPr>
            <a:xfrm>
              <a:off x="0" y="66675"/>
              <a:ext cx="266621" cy="202538"/>
            </a:xfrm>
            <a:prstGeom prst="rect">
              <a:avLst/>
            </a:prstGeom>
          </p:spPr>
          <p:txBody>
            <a:bodyPr anchor="ctr" rtlCol="false" tIns="50800" lIns="50800" bIns="50800" rIns="50800"/>
            <a:lstStyle/>
            <a:p>
              <a:pPr algn="ctr">
                <a:lnSpc>
                  <a:spcPts val="3500"/>
                </a:lnSpc>
              </a:pPr>
            </a:p>
          </p:txBody>
        </p:sp>
      </p:grpSp>
      <p:grpSp>
        <p:nvGrpSpPr>
          <p:cNvPr name="Group 57" id="57"/>
          <p:cNvGrpSpPr/>
          <p:nvPr/>
        </p:nvGrpSpPr>
        <p:grpSpPr>
          <a:xfrm rot="0">
            <a:off x="6637615" y="633538"/>
            <a:ext cx="829193" cy="790325"/>
            <a:chOff x="0" y="0"/>
            <a:chExt cx="812800" cy="774700"/>
          </a:xfrm>
        </p:grpSpPr>
        <p:sp>
          <p:nvSpPr>
            <p:cNvPr name="Freeform 58" id="58"/>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59" id="59"/>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0" id="60"/>
          <p:cNvGrpSpPr/>
          <p:nvPr/>
        </p:nvGrpSpPr>
        <p:grpSpPr>
          <a:xfrm rot="-803505">
            <a:off x="-175299" y="4307120"/>
            <a:ext cx="860811" cy="860811"/>
            <a:chOff x="0" y="0"/>
            <a:chExt cx="812800" cy="812800"/>
          </a:xfrm>
        </p:grpSpPr>
        <p:sp>
          <p:nvSpPr>
            <p:cNvPr name="Freeform 61" id="61"/>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62" id="62"/>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sp>
        <p:nvSpPr>
          <p:cNvPr name="TextBox 63" id="63"/>
          <p:cNvSpPr txBox="true"/>
          <p:nvPr/>
        </p:nvSpPr>
        <p:spPr>
          <a:xfrm rot="0">
            <a:off x="10367077" y="3162285"/>
            <a:ext cx="7691391" cy="448310"/>
          </a:xfrm>
          <a:prstGeom prst="rect">
            <a:avLst/>
          </a:prstGeom>
        </p:spPr>
        <p:txBody>
          <a:bodyPr anchor="t" rtlCol="false" tIns="0" lIns="0" bIns="0" rIns="0">
            <a:spAutoFit/>
          </a:bodyPr>
          <a:lstStyle/>
          <a:p>
            <a:pPr algn="l">
              <a:lnSpc>
                <a:spcPts val="3399"/>
              </a:lnSpc>
            </a:pPr>
            <a:r>
              <a:rPr lang="en-US" sz="3399" b="true">
                <a:solidFill>
                  <a:srgbClr val="000000"/>
                </a:solidFill>
                <a:latin typeface="Bricolage Grotesque Bold"/>
                <a:ea typeface="Bricolage Grotesque Bold"/>
                <a:cs typeface="Bricolage Grotesque Bold"/>
                <a:sym typeface="Bricolage Grotesque Bold"/>
              </a:rPr>
              <a:t>Section 1: Why This Matters</a:t>
            </a:r>
          </a:p>
        </p:txBody>
      </p:sp>
      <p:sp>
        <p:nvSpPr>
          <p:cNvPr name="TextBox 64" id="64"/>
          <p:cNvSpPr txBox="true"/>
          <p:nvPr/>
        </p:nvSpPr>
        <p:spPr>
          <a:xfrm rot="0">
            <a:off x="10311553" y="6844030"/>
            <a:ext cx="7691391" cy="448310"/>
          </a:xfrm>
          <a:prstGeom prst="rect">
            <a:avLst/>
          </a:prstGeom>
        </p:spPr>
        <p:txBody>
          <a:bodyPr anchor="t" rtlCol="false" tIns="0" lIns="0" bIns="0" rIns="0">
            <a:spAutoFit/>
          </a:bodyPr>
          <a:lstStyle/>
          <a:p>
            <a:pPr algn="l">
              <a:lnSpc>
                <a:spcPts val="3399"/>
              </a:lnSpc>
            </a:pPr>
            <a:r>
              <a:rPr lang="en-US" sz="3399" b="true">
                <a:solidFill>
                  <a:srgbClr val="000000"/>
                </a:solidFill>
                <a:latin typeface="Bricolage Grotesque Bold"/>
                <a:ea typeface="Bricolage Grotesque Bold"/>
                <a:cs typeface="Bricolage Grotesque Bold"/>
                <a:sym typeface="Bricolage Grotesque Bold"/>
              </a:rPr>
              <a:t>Section 3: Knowledge Check</a:t>
            </a:r>
          </a:p>
        </p:txBody>
      </p:sp>
      <p:sp>
        <p:nvSpPr>
          <p:cNvPr name="Freeform 65" id="65"/>
          <p:cNvSpPr/>
          <p:nvPr/>
        </p:nvSpPr>
        <p:spPr>
          <a:xfrm flipH="false" flipV="false" rot="0">
            <a:off x="17056593" y="9168617"/>
            <a:ext cx="862892" cy="862892"/>
          </a:xfrm>
          <a:custGeom>
            <a:avLst/>
            <a:gdLst/>
            <a:ahLst/>
            <a:cxnLst/>
            <a:rect r="r" b="b" t="t" l="l"/>
            <a:pathLst>
              <a:path h="862892" w="862892">
                <a:moveTo>
                  <a:pt x="0" y="0"/>
                </a:moveTo>
                <a:lnTo>
                  <a:pt x="862892" y="0"/>
                </a:lnTo>
                <a:lnTo>
                  <a:pt x="862892" y="862892"/>
                </a:lnTo>
                <a:lnTo>
                  <a:pt x="0" y="862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6" id="66"/>
          <p:cNvSpPr/>
          <p:nvPr/>
        </p:nvSpPr>
        <p:spPr>
          <a:xfrm flipH="false" flipV="false" rot="0">
            <a:off x="587814" y="9120920"/>
            <a:ext cx="881772" cy="881772"/>
          </a:xfrm>
          <a:custGeom>
            <a:avLst/>
            <a:gdLst/>
            <a:ahLst/>
            <a:cxnLst/>
            <a:rect r="r" b="b" t="t" l="l"/>
            <a:pathLst>
              <a:path h="881772" w="881772">
                <a:moveTo>
                  <a:pt x="0" y="0"/>
                </a:moveTo>
                <a:lnTo>
                  <a:pt x="881772" y="0"/>
                </a:lnTo>
                <a:lnTo>
                  <a:pt x="881772" y="881772"/>
                </a:lnTo>
                <a:lnTo>
                  <a:pt x="0" y="881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258034" y="6429197"/>
            <a:ext cx="5708072" cy="3745923"/>
            <a:chOff x="0" y="0"/>
            <a:chExt cx="812800" cy="533400"/>
          </a:xfrm>
        </p:grpSpPr>
        <p:sp>
          <p:nvSpPr>
            <p:cNvPr name="Freeform 3" id="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4" id="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 id="5"/>
          <p:cNvGrpSpPr/>
          <p:nvPr/>
        </p:nvGrpSpPr>
        <p:grpSpPr>
          <a:xfrm rot="0">
            <a:off x="14598356" y="5990234"/>
            <a:ext cx="5708072" cy="3745923"/>
            <a:chOff x="0" y="0"/>
            <a:chExt cx="812800" cy="533400"/>
          </a:xfrm>
        </p:grpSpPr>
        <p:sp>
          <p:nvSpPr>
            <p:cNvPr name="Freeform 6" id="6"/>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7" id="7"/>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8" id="8"/>
          <p:cNvGrpSpPr/>
          <p:nvPr/>
        </p:nvGrpSpPr>
        <p:grpSpPr>
          <a:xfrm rot="0">
            <a:off x="946006" y="7686945"/>
            <a:ext cx="4203286" cy="2758407"/>
            <a:chOff x="0" y="0"/>
            <a:chExt cx="812800" cy="533400"/>
          </a:xfrm>
        </p:grpSpPr>
        <p:sp>
          <p:nvSpPr>
            <p:cNvPr name="Freeform 9" id="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0" id="1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1" id="11"/>
          <p:cNvGrpSpPr/>
          <p:nvPr/>
        </p:nvGrpSpPr>
        <p:grpSpPr>
          <a:xfrm rot="0">
            <a:off x="12562834" y="7454742"/>
            <a:ext cx="4203286" cy="2758407"/>
            <a:chOff x="0" y="0"/>
            <a:chExt cx="812800" cy="533400"/>
          </a:xfrm>
        </p:grpSpPr>
        <p:sp>
          <p:nvSpPr>
            <p:cNvPr name="Freeform 12" id="1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3" id="1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4" id="14"/>
          <p:cNvGrpSpPr/>
          <p:nvPr/>
        </p:nvGrpSpPr>
        <p:grpSpPr>
          <a:xfrm rot="0">
            <a:off x="0" y="8833945"/>
            <a:ext cx="18549555" cy="4356682"/>
            <a:chOff x="0" y="0"/>
            <a:chExt cx="4885479" cy="1147439"/>
          </a:xfrm>
        </p:grpSpPr>
        <p:sp>
          <p:nvSpPr>
            <p:cNvPr name="Freeform 15" id="15"/>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16" id="16"/>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2660424" y="9139325"/>
            <a:ext cx="5708072" cy="3745923"/>
            <a:chOff x="0" y="0"/>
            <a:chExt cx="812800" cy="533400"/>
          </a:xfrm>
        </p:grpSpPr>
        <p:sp>
          <p:nvSpPr>
            <p:cNvPr name="Freeform 18" id="1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9" id="1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TextBox 20" id="20"/>
          <p:cNvSpPr txBox="true"/>
          <p:nvPr/>
        </p:nvSpPr>
        <p:spPr>
          <a:xfrm rot="0">
            <a:off x="3593818" y="2162974"/>
            <a:ext cx="14112781" cy="1301749"/>
          </a:xfrm>
          <a:prstGeom prst="rect">
            <a:avLst/>
          </a:prstGeom>
        </p:spPr>
        <p:txBody>
          <a:bodyPr anchor="t" rtlCol="false" tIns="0" lIns="0" bIns="0" rIns="0">
            <a:spAutoFit/>
          </a:bodyPr>
          <a:lstStyle/>
          <a:p>
            <a:pPr algn="l">
              <a:lnSpc>
                <a:spcPts val="8499"/>
              </a:lnSpc>
            </a:pPr>
            <a:r>
              <a:rPr lang="en-US" sz="8499">
                <a:solidFill>
                  <a:srgbClr val="E2325E"/>
                </a:solidFill>
                <a:latin typeface="Bridge"/>
                <a:ea typeface="Bridge"/>
                <a:cs typeface="Bridge"/>
                <a:sym typeface="Bridge"/>
              </a:rPr>
              <a:t>Strategies to reduce Distraction</a:t>
            </a:r>
          </a:p>
        </p:txBody>
      </p:sp>
      <p:grpSp>
        <p:nvGrpSpPr>
          <p:cNvPr name="Group 21" id="21"/>
          <p:cNvGrpSpPr/>
          <p:nvPr/>
        </p:nvGrpSpPr>
        <p:grpSpPr>
          <a:xfrm rot="5400000">
            <a:off x="2496998" y="5520762"/>
            <a:ext cx="2193640" cy="2803748"/>
            <a:chOff x="0" y="0"/>
            <a:chExt cx="577749" cy="738436"/>
          </a:xfrm>
        </p:grpSpPr>
        <p:sp>
          <p:nvSpPr>
            <p:cNvPr name="Freeform 22" id="22"/>
            <p:cNvSpPr/>
            <p:nvPr/>
          </p:nvSpPr>
          <p:spPr>
            <a:xfrm flipH="false" flipV="false" rot="0">
              <a:off x="0" y="0"/>
              <a:ext cx="577749" cy="738436"/>
            </a:xfrm>
            <a:custGeom>
              <a:avLst/>
              <a:gdLst/>
              <a:ahLst/>
              <a:cxnLst/>
              <a:rect r="r" b="b" t="t" l="l"/>
              <a:pathLst>
                <a:path h="738436" w="577749">
                  <a:moveTo>
                    <a:pt x="88231" y="0"/>
                  </a:moveTo>
                  <a:lnTo>
                    <a:pt x="489518" y="0"/>
                  </a:lnTo>
                  <a:cubicBezTo>
                    <a:pt x="512918" y="0"/>
                    <a:pt x="535360" y="9296"/>
                    <a:pt x="551907" y="25842"/>
                  </a:cubicBezTo>
                  <a:cubicBezTo>
                    <a:pt x="568453" y="42389"/>
                    <a:pt x="577749" y="64831"/>
                    <a:pt x="577749" y="88231"/>
                  </a:cubicBezTo>
                  <a:lnTo>
                    <a:pt x="577749" y="650204"/>
                  </a:lnTo>
                  <a:cubicBezTo>
                    <a:pt x="577749" y="673605"/>
                    <a:pt x="568453" y="696047"/>
                    <a:pt x="551907" y="712593"/>
                  </a:cubicBezTo>
                  <a:cubicBezTo>
                    <a:pt x="535360" y="729140"/>
                    <a:pt x="512918" y="738436"/>
                    <a:pt x="489518" y="738436"/>
                  </a:cubicBezTo>
                  <a:lnTo>
                    <a:pt x="88231" y="738436"/>
                  </a:lnTo>
                  <a:cubicBezTo>
                    <a:pt x="64831" y="738436"/>
                    <a:pt x="42389" y="729140"/>
                    <a:pt x="25842" y="712593"/>
                  </a:cubicBezTo>
                  <a:cubicBezTo>
                    <a:pt x="9296" y="696047"/>
                    <a:pt x="0" y="673605"/>
                    <a:pt x="0" y="650204"/>
                  </a:cubicBezTo>
                  <a:lnTo>
                    <a:pt x="0" y="88231"/>
                  </a:lnTo>
                  <a:cubicBezTo>
                    <a:pt x="0" y="64831"/>
                    <a:pt x="9296" y="42389"/>
                    <a:pt x="25842" y="25842"/>
                  </a:cubicBezTo>
                  <a:cubicBezTo>
                    <a:pt x="42389" y="9296"/>
                    <a:pt x="64831" y="0"/>
                    <a:pt x="88231" y="0"/>
                  </a:cubicBezTo>
                  <a:close/>
                </a:path>
              </a:pathLst>
            </a:custGeom>
            <a:gradFill rotWithShape="true">
              <a:gsLst>
                <a:gs pos="0">
                  <a:srgbClr val="F6CC70">
                    <a:alpha val="100000"/>
                  </a:srgbClr>
                </a:gs>
                <a:gs pos="100000">
                  <a:srgbClr val="FBBB32">
                    <a:alpha val="100000"/>
                  </a:srgbClr>
                </a:gs>
              </a:gsLst>
              <a:lin ang="2700000"/>
            </a:gradFill>
          </p:spPr>
        </p:sp>
        <p:sp>
          <p:nvSpPr>
            <p:cNvPr name="TextBox 23" id="23"/>
            <p:cNvSpPr txBox="true"/>
            <p:nvPr/>
          </p:nvSpPr>
          <p:spPr>
            <a:xfrm>
              <a:off x="0" y="-38100"/>
              <a:ext cx="577749" cy="776536"/>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5400000">
            <a:off x="5828746" y="5520762"/>
            <a:ext cx="2193640" cy="2803748"/>
            <a:chOff x="0" y="0"/>
            <a:chExt cx="577749" cy="738436"/>
          </a:xfrm>
        </p:grpSpPr>
        <p:sp>
          <p:nvSpPr>
            <p:cNvPr name="Freeform 25" id="25"/>
            <p:cNvSpPr/>
            <p:nvPr/>
          </p:nvSpPr>
          <p:spPr>
            <a:xfrm flipH="false" flipV="false" rot="0">
              <a:off x="0" y="0"/>
              <a:ext cx="577749" cy="738436"/>
            </a:xfrm>
            <a:custGeom>
              <a:avLst/>
              <a:gdLst/>
              <a:ahLst/>
              <a:cxnLst/>
              <a:rect r="r" b="b" t="t" l="l"/>
              <a:pathLst>
                <a:path h="738436" w="577749">
                  <a:moveTo>
                    <a:pt x="88231" y="0"/>
                  </a:moveTo>
                  <a:lnTo>
                    <a:pt x="489518" y="0"/>
                  </a:lnTo>
                  <a:cubicBezTo>
                    <a:pt x="512918" y="0"/>
                    <a:pt x="535360" y="9296"/>
                    <a:pt x="551907" y="25842"/>
                  </a:cubicBezTo>
                  <a:cubicBezTo>
                    <a:pt x="568453" y="42389"/>
                    <a:pt x="577749" y="64831"/>
                    <a:pt x="577749" y="88231"/>
                  </a:cubicBezTo>
                  <a:lnTo>
                    <a:pt x="577749" y="650204"/>
                  </a:lnTo>
                  <a:cubicBezTo>
                    <a:pt x="577749" y="673605"/>
                    <a:pt x="568453" y="696047"/>
                    <a:pt x="551907" y="712593"/>
                  </a:cubicBezTo>
                  <a:cubicBezTo>
                    <a:pt x="535360" y="729140"/>
                    <a:pt x="512918" y="738436"/>
                    <a:pt x="489518" y="738436"/>
                  </a:cubicBezTo>
                  <a:lnTo>
                    <a:pt x="88231" y="738436"/>
                  </a:lnTo>
                  <a:cubicBezTo>
                    <a:pt x="64831" y="738436"/>
                    <a:pt x="42389" y="729140"/>
                    <a:pt x="25842" y="712593"/>
                  </a:cubicBezTo>
                  <a:cubicBezTo>
                    <a:pt x="9296" y="696047"/>
                    <a:pt x="0" y="673605"/>
                    <a:pt x="0" y="650204"/>
                  </a:cubicBezTo>
                  <a:lnTo>
                    <a:pt x="0" y="88231"/>
                  </a:lnTo>
                  <a:cubicBezTo>
                    <a:pt x="0" y="64831"/>
                    <a:pt x="9296" y="42389"/>
                    <a:pt x="25842" y="25842"/>
                  </a:cubicBezTo>
                  <a:cubicBezTo>
                    <a:pt x="42389" y="9296"/>
                    <a:pt x="64831" y="0"/>
                    <a:pt x="88231" y="0"/>
                  </a:cubicBezTo>
                  <a:close/>
                </a:path>
              </a:pathLst>
            </a:custGeom>
            <a:gradFill rotWithShape="true">
              <a:gsLst>
                <a:gs pos="0">
                  <a:srgbClr val="F6CC70">
                    <a:alpha val="100000"/>
                  </a:srgbClr>
                </a:gs>
                <a:gs pos="100000">
                  <a:srgbClr val="FBBB32">
                    <a:alpha val="100000"/>
                  </a:srgbClr>
                </a:gs>
              </a:gsLst>
              <a:lin ang="2700000"/>
            </a:gradFill>
          </p:spPr>
        </p:sp>
        <p:sp>
          <p:nvSpPr>
            <p:cNvPr name="TextBox 26" id="26"/>
            <p:cNvSpPr txBox="true"/>
            <p:nvPr/>
          </p:nvSpPr>
          <p:spPr>
            <a:xfrm>
              <a:off x="0" y="-38100"/>
              <a:ext cx="577749" cy="776536"/>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5400000">
            <a:off x="9095446" y="5566056"/>
            <a:ext cx="2193640" cy="2803748"/>
            <a:chOff x="0" y="0"/>
            <a:chExt cx="577749" cy="738436"/>
          </a:xfrm>
        </p:grpSpPr>
        <p:sp>
          <p:nvSpPr>
            <p:cNvPr name="Freeform 28" id="28"/>
            <p:cNvSpPr/>
            <p:nvPr/>
          </p:nvSpPr>
          <p:spPr>
            <a:xfrm flipH="false" flipV="false" rot="0">
              <a:off x="0" y="0"/>
              <a:ext cx="577749" cy="738436"/>
            </a:xfrm>
            <a:custGeom>
              <a:avLst/>
              <a:gdLst/>
              <a:ahLst/>
              <a:cxnLst/>
              <a:rect r="r" b="b" t="t" l="l"/>
              <a:pathLst>
                <a:path h="738436" w="577749">
                  <a:moveTo>
                    <a:pt x="88231" y="0"/>
                  </a:moveTo>
                  <a:lnTo>
                    <a:pt x="489518" y="0"/>
                  </a:lnTo>
                  <a:cubicBezTo>
                    <a:pt x="512918" y="0"/>
                    <a:pt x="535360" y="9296"/>
                    <a:pt x="551907" y="25842"/>
                  </a:cubicBezTo>
                  <a:cubicBezTo>
                    <a:pt x="568453" y="42389"/>
                    <a:pt x="577749" y="64831"/>
                    <a:pt x="577749" y="88231"/>
                  </a:cubicBezTo>
                  <a:lnTo>
                    <a:pt x="577749" y="650204"/>
                  </a:lnTo>
                  <a:cubicBezTo>
                    <a:pt x="577749" y="673605"/>
                    <a:pt x="568453" y="696047"/>
                    <a:pt x="551907" y="712593"/>
                  </a:cubicBezTo>
                  <a:cubicBezTo>
                    <a:pt x="535360" y="729140"/>
                    <a:pt x="512918" y="738436"/>
                    <a:pt x="489518" y="738436"/>
                  </a:cubicBezTo>
                  <a:lnTo>
                    <a:pt x="88231" y="738436"/>
                  </a:lnTo>
                  <a:cubicBezTo>
                    <a:pt x="64831" y="738436"/>
                    <a:pt x="42389" y="729140"/>
                    <a:pt x="25842" y="712593"/>
                  </a:cubicBezTo>
                  <a:cubicBezTo>
                    <a:pt x="9296" y="696047"/>
                    <a:pt x="0" y="673605"/>
                    <a:pt x="0" y="650204"/>
                  </a:cubicBezTo>
                  <a:lnTo>
                    <a:pt x="0" y="88231"/>
                  </a:lnTo>
                  <a:cubicBezTo>
                    <a:pt x="0" y="64831"/>
                    <a:pt x="9296" y="42389"/>
                    <a:pt x="25842" y="25842"/>
                  </a:cubicBezTo>
                  <a:cubicBezTo>
                    <a:pt x="42389" y="9296"/>
                    <a:pt x="64831" y="0"/>
                    <a:pt x="88231" y="0"/>
                  </a:cubicBezTo>
                  <a:close/>
                </a:path>
              </a:pathLst>
            </a:custGeom>
            <a:gradFill rotWithShape="true">
              <a:gsLst>
                <a:gs pos="0">
                  <a:srgbClr val="F6CC70">
                    <a:alpha val="100000"/>
                  </a:srgbClr>
                </a:gs>
                <a:gs pos="100000">
                  <a:srgbClr val="FBBB32">
                    <a:alpha val="100000"/>
                  </a:srgbClr>
                </a:gs>
              </a:gsLst>
              <a:lin ang="2700000"/>
            </a:gradFill>
          </p:spPr>
        </p:sp>
        <p:sp>
          <p:nvSpPr>
            <p:cNvPr name="TextBox 29" id="29"/>
            <p:cNvSpPr txBox="true"/>
            <p:nvPr/>
          </p:nvSpPr>
          <p:spPr>
            <a:xfrm>
              <a:off x="0" y="-38100"/>
              <a:ext cx="577749" cy="776536"/>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7322332" y="4071993"/>
            <a:ext cx="1595659" cy="1047151"/>
            <a:chOff x="0" y="0"/>
            <a:chExt cx="812800" cy="533400"/>
          </a:xfrm>
        </p:grpSpPr>
        <p:sp>
          <p:nvSpPr>
            <p:cNvPr name="Freeform 31" id="3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2" id="32"/>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3" id="33"/>
          <p:cNvGrpSpPr/>
          <p:nvPr/>
        </p:nvGrpSpPr>
        <p:grpSpPr>
          <a:xfrm rot="0">
            <a:off x="2841851" y="5073849"/>
            <a:ext cx="1503933" cy="150393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35" id="35"/>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36" id="36"/>
          <p:cNvGrpSpPr/>
          <p:nvPr/>
        </p:nvGrpSpPr>
        <p:grpSpPr>
          <a:xfrm rot="0">
            <a:off x="6173600" y="5073849"/>
            <a:ext cx="1503933" cy="150393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38" id="38"/>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39" id="39"/>
          <p:cNvGrpSpPr/>
          <p:nvPr/>
        </p:nvGrpSpPr>
        <p:grpSpPr>
          <a:xfrm rot="0">
            <a:off x="9440299" y="5119144"/>
            <a:ext cx="1503933" cy="1503933"/>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41" id="41"/>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42" id="42"/>
          <p:cNvGrpSpPr/>
          <p:nvPr/>
        </p:nvGrpSpPr>
        <p:grpSpPr>
          <a:xfrm rot="0">
            <a:off x="16491445" y="433270"/>
            <a:ext cx="3814983" cy="2503582"/>
            <a:chOff x="0" y="0"/>
            <a:chExt cx="812800" cy="533400"/>
          </a:xfrm>
        </p:grpSpPr>
        <p:sp>
          <p:nvSpPr>
            <p:cNvPr name="Freeform 43" id="4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4" id="4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5" id="45"/>
          <p:cNvGrpSpPr/>
          <p:nvPr/>
        </p:nvGrpSpPr>
        <p:grpSpPr>
          <a:xfrm rot="0">
            <a:off x="6569243" y="-524424"/>
            <a:ext cx="2020169" cy="1325736"/>
            <a:chOff x="0" y="0"/>
            <a:chExt cx="812800" cy="533400"/>
          </a:xfrm>
        </p:grpSpPr>
        <p:sp>
          <p:nvSpPr>
            <p:cNvPr name="Freeform 46" id="46"/>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7" id="47"/>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8" id="48"/>
          <p:cNvGrpSpPr/>
          <p:nvPr/>
        </p:nvGrpSpPr>
        <p:grpSpPr>
          <a:xfrm rot="0">
            <a:off x="-706800" y="2566419"/>
            <a:ext cx="2020169" cy="1325736"/>
            <a:chOff x="0" y="0"/>
            <a:chExt cx="812800" cy="533400"/>
          </a:xfrm>
        </p:grpSpPr>
        <p:sp>
          <p:nvSpPr>
            <p:cNvPr name="Freeform 49" id="4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50" id="5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51" id="51"/>
          <p:cNvSpPr/>
          <p:nvPr/>
        </p:nvSpPr>
        <p:spPr>
          <a:xfrm flipH="false" flipV="false" rot="0">
            <a:off x="303284" y="242450"/>
            <a:ext cx="1572500" cy="1572500"/>
          </a:xfrm>
          <a:custGeom>
            <a:avLst/>
            <a:gdLst/>
            <a:ahLst/>
            <a:cxnLst/>
            <a:rect r="r" b="b" t="t" l="l"/>
            <a:pathLst>
              <a:path h="1572500" w="1572500">
                <a:moveTo>
                  <a:pt x="0" y="0"/>
                </a:moveTo>
                <a:lnTo>
                  <a:pt x="1572500" y="0"/>
                </a:lnTo>
                <a:lnTo>
                  <a:pt x="1572500" y="1572500"/>
                </a:lnTo>
                <a:lnTo>
                  <a:pt x="0" y="1572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2" id="52"/>
          <p:cNvSpPr/>
          <p:nvPr/>
        </p:nvSpPr>
        <p:spPr>
          <a:xfrm flipH="true" flipV="false" rot="0">
            <a:off x="10645449" y="4965416"/>
            <a:ext cx="7321545" cy="4978651"/>
          </a:xfrm>
          <a:custGeom>
            <a:avLst/>
            <a:gdLst/>
            <a:ahLst/>
            <a:cxnLst/>
            <a:rect r="r" b="b" t="t" l="l"/>
            <a:pathLst>
              <a:path h="4978651" w="7321545">
                <a:moveTo>
                  <a:pt x="7321545" y="0"/>
                </a:moveTo>
                <a:lnTo>
                  <a:pt x="0" y="0"/>
                </a:lnTo>
                <a:lnTo>
                  <a:pt x="0" y="4978651"/>
                </a:lnTo>
                <a:lnTo>
                  <a:pt x="7321545" y="4978651"/>
                </a:lnTo>
                <a:lnTo>
                  <a:pt x="73215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3" id="53"/>
          <p:cNvGrpSpPr/>
          <p:nvPr/>
        </p:nvGrpSpPr>
        <p:grpSpPr>
          <a:xfrm rot="937581">
            <a:off x="10138803" y="532592"/>
            <a:ext cx="1013291" cy="886629"/>
            <a:chOff x="0" y="0"/>
            <a:chExt cx="812800" cy="711200"/>
          </a:xfrm>
        </p:grpSpPr>
        <p:sp>
          <p:nvSpPr>
            <p:cNvPr name="Freeform 54" id="54"/>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55" id="55"/>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56" id="56"/>
          <p:cNvGrpSpPr/>
          <p:nvPr/>
        </p:nvGrpSpPr>
        <p:grpSpPr>
          <a:xfrm rot="-803505">
            <a:off x="683985" y="4535011"/>
            <a:ext cx="860811" cy="860811"/>
            <a:chOff x="0" y="0"/>
            <a:chExt cx="812800" cy="812800"/>
          </a:xfrm>
        </p:grpSpPr>
        <p:sp>
          <p:nvSpPr>
            <p:cNvPr name="Freeform 57" id="57"/>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58" id="58"/>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grpSp>
        <p:nvGrpSpPr>
          <p:cNvPr name="Group 59" id="59"/>
          <p:cNvGrpSpPr/>
          <p:nvPr/>
        </p:nvGrpSpPr>
        <p:grpSpPr>
          <a:xfrm rot="0">
            <a:off x="13671509" y="4645740"/>
            <a:ext cx="926847" cy="883401"/>
            <a:chOff x="0" y="0"/>
            <a:chExt cx="812800" cy="774700"/>
          </a:xfrm>
        </p:grpSpPr>
        <p:sp>
          <p:nvSpPr>
            <p:cNvPr name="Freeform 60" id="60"/>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61" id="61"/>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2" id="62"/>
          <p:cNvGrpSpPr/>
          <p:nvPr/>
        </p:nvGrpSpPr>
        <p:grpSpPr>
          <a:xfrm rot="0">
            <a:off x="3028096" y="5265198"/>
            <a:ext cx="1100279" cy="1048703"/>
            <a:chOff x="0" y="0"/>
            <a:chExt cx="812800" cy="774700"/>
          </a:xfrm>
        </p:grpSpPr>
        <p:sp>
          <p:nvSpPr>
            <p:cNvPr name="Freeform 63" id="63"/>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E0E0E0">
                    <a:alpha val="100000"/>
                  </a:srgbClr>
                </a:gs>
                <a:gs pos="100000">
                  <a:srgbClr val="EBEBEB">
                    <a:alpha val="100000"/>
                  </a:srgbClr>
                </a:gs>
              </a:gsLst>
              <a:lin ang="2700000"/>
            </a:gradFill>
          </p:spPr>
        </p:sp>
        <p:sp>
          <p:nvSpPr>
            <p:cNvPr name="TextBox 64" id="64"/>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5" id="65"/>
          <p:cNvGrpSpPr/>
          <p:nvPr/>
        </p:nvGrpSpPr>
        <p:grpSpPr>
          <a:xfrm rot="0">
            <a:off x="6375427" y="5265198"/>
            <a:ext cx="1100279" cy="1048703"/>
            <a:chOff x="0" y="0"/>
            <a:chExt cx="812800" cy="774700"/>
          </a:xfrm>
        </p:grpSpPr>
        <p:sp>
          <p:nvSpPr>
            <p:cNvPr name="Freeform 66" id="66"/>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E0E0E0">
                    <a:alpha val="100000"/>
                  </a:srgbClr>
                </a:gs>
                <a:gs pos="100000">
                  <a:srgbClr val="EBEBEB">
                    <a:alpha val="100000"/>
                  </a:srgbClr>
                </a:gs>
              </a:gsLst>
              <a:lin ang="2700000"/>
            </a:gradFill>
          </p:spPr>
        </p:sp>
        <p:sp>
          <p:nvSpPr>
            <p:cNvPr name="TextBox 67" id="67"/>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8" id="68"/>
          <p:cNvGrpSpPr/>
          <p:nvPr/>
        </p:nvGrpSpPr>
        <p:grpSpPr>
          <a:xfrm rot="0">
            <a:off x="9642127" y="5301464"/>
            <a:ext cx="1100279" cy="1048703"/>
            <a:chOff x="0" y="0"/>
            <a:chExt cx="812800" cy="774700"/>
          </a:xfrm>
        </p:grpSpPr>
        <p:sp>
          <p:nvSpPr>
            <p:cNvPr name="Freeform 69" id="69"/>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E0E0E0">
                    <a:alpha val="100000"/>
                  </a:srgbClr>
                </a:gs>
                <a:gs pos="100000">
                  <a:srgbClr val="EBEBEB">
                    <a:alpha val="100000"/>
                  </a:srgbClr>
                </a:gs>
              </a:gsLst>
              <a:lin ang="2700000"/>
            </a:gradFill>
          </p:spPr>
        </p:sp>
        <p:sp>
          <p:nvSpPr>
            <p:cNvPr name="TextBox 70" id="70"/>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sp>
        <p:nvSpPr>
          <p:cNvPr name="Freeform 71" id="71"/>
          <p:cNvSpPr/>
          <p:nvPr/>
        </p:nvSpPr>
        <p:spPr>
          <a:xfrm flipH="false" flipV="false" rot="0">
            <a:off x="3775707" y="3326756"/>
            <a:ext cx="705336" cy="1130799"/>
          </a:xfrm>
          <a:custGeom>
            <a:avLst/>
            <a:gdLst/>
            <a:ahLst/>
            <a:cxnLst/>
            <a:rect r="r" b="b" t="t" l="l"/>
            <a:pathLst>
              <a:path h="1130799" w="705336">
                <a:moveTo>
                  <a:pt x="0" y="0"/>
                </a:moveTo>
                <a:lnTo>
                  <a:pt x="705335" y="0"/>
                </a:lnTo>
                <a:lnTo>
                  <a:pt x="705335" y="1130799"/>
                </a:lnTo>
                <a:lnTo>
                  <a:pt x="0" y="11307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2" id="72"/>
          <p:cNvSpPr txBox="true"/>
          <p:nvPr/>
        </p:nvSpPr>
        <p:spPr>
          <a:xfrm rot="0">
            <a:off x="2451742" y="6700815"/>
            <a:ext cx="2284152" cy="1071245"/>
          </a:xfrm>
          <a:prstGeom prst="rect">
            <a:avLst/>
          </a:prstGeom>
        </p:spPr>
        <p:txBody>
          <a:bodyPr anchor="t" rtlCol="false" tIns="0" lIns="0" bIns="0" rIns="0">
            <a:spAutoFit/>
          </a:bodyPr>
          <a:lstStyle/>
          <a:p>
            <a:pPr algn="ctr">
              <a:lnSpc>
                <a:spcPts val="2799"/>
              </a:lnSpc>
            </a:pPr>
            <a:r>
              <a:rPr lang="en-US" sz="2799" b="true">
                <a:solidFill>
                  <a:srgbClr val="000000"/>
                </a:solidFill>
                <a:latin typeface="Bricolage Grotesque Bold"/>
                <a:ea typeface="Bricolage Grotesque Bold"/>
                <a:cs typeface="Bricolage Grotesque Bold"/>
                <a:sym typeface="Bricolage Grotesque Bold"/>
              </a:rPr>
              <a:t>Reduce Cognitive Overload</a:t>
            </a:r>
          </a:p>
        </p:txBody>
      </p:sp>
      <p:sp>
        <p:nvSpPr>
          <p:cNvPr name="TextBox 73" id="73"/>
          <p:cNvSpPr txBox="true"/>
          <p:nvPr/>
        </p:nvSpPr>
        <p:spPr>
          <a:xfrm rot="0">
            <a:off x="5585844" y="6700815"/>
            <a:ext cx="2679444" cy="1071245"/>
          </a:xfrm>
          <a:prstGeom prst="rect">
            <a:avLst/>
          </a:prstGeom>
        </p:spPr>
        <p:txBody>
          <a:bodyPr anchor="t" rtlCol="false" tIns="0" lIns="0" bIns="0" rIns="0">
            <a:spAutoFit/>
          </a:bodyPr>
          <a:lstStyle/>
          <a:p>
            <a:pPr algn="ctr">
              <a:lnSpc>
                <a:spcPts val="2799"/>
              </a:lnSpc>
            </a:pPr>
            <a:r>
              <a:rPr lang="en-US" sz="2799" b="true">
                <a:solidFill>
                  <a:srgbClr val="000000"/>
                </a:solidFill>
                <a:latin typeface="Bricolage Grotesque Bold"/>
                <a:ea typeface="Bricolage Grotesque Bold"/>
                <a:cs typeface="Bricolage Grotesque Bold"/>
                <a:sym typeface="Bricolage Grotesque Bold"/>
              </a:rPr>
              <a:t>Use Relevant and Simple Visuals</a:t>
            </a:r>
          </a:p>
        </p:txBody>
      </p:sp>
      <p:sp>
        <p:nvSpPr>
          <p:cNvPr name="TextBox 74" id="74"/>
          <p:cNvSpPr txBox="true"/>
          <p:nvPr/>
        </p:nvSpPr>
        <p:spPr>
          <a:xfrm rot="0">
            <a:off x="8917991" y="6700815"/>
            <a:ext cx="2679444" cy="1071245"/>
          </a:xfrm>
          <a:prstGeom prst="rect">
            <a:avLst/>
          </a:prstGeom>
        </p:spPr>
        <p:txBody>
          <a:bodyPr anchor="t" rtlCol="false" tIns="0" lIns="0" bIns="0" rIns="0">
            <a:spAutoFit/>
          </a:bodyPr>
          <a:lstStyle/>
          <a:p>
            <a:pPr algn="ctr">
              <a:lnSpc>
                <a:spcPts val="2799"/>
              </a:lnSpc>
            </a:pPr>
            <a:r>
              <a:rPr lang="en-US" sz="2799" b="true">
                <a:solidFill>
                  <a:srgbClr val="000000"/>
                </a:solidFill>
                <a:latin typeface="Bricolage Grotesque Bold"/>
                <a:ea typeface="Bricolage Grotesque Bold"/>
                <a:cs typeface="Bricolage Grotesque Bold"/>
                <a:sym typeface="Bricolage Grotesque Bold"/>
              </a:rPr>
              <a:t>Minimize External Distractions</a:t>
            </a:r>
          </a:p>
        </p:txBody>
      </p:sp>
      <p:sp>
        <p:nvSpPr>
          <p:cNvPr name="TextBox 75" id="75"/>
          <p:cNvSpPr txBox="true"/>
          <p:nvPr/>
        </p:nvSpPr>
        <p:spPr>
          <a:xfrm rot="0">
            <a:off x="4345784" y="3471661"/>
            <a:ext cx="7051142" cy="305057"/>
          </a:xfrm>
          <a:prstGeom prst="rect">
            <a:avLst/>
          </a:prstGeom>
        </p:spPr>
        <p:txBody>
          <a:bodyPr anchor="t" rtlCol="false" tIns="0" lIns="0" bIns="0" rIns="0">
            <a:spAutoFit/>
          </a:bodyPr>
          <a:lstStyle/>
          <a:p>
            <a:pPr algn="ctr">
              <a:lnSpc>
                <a:spcPts val="2308"/>
              </a:lnSpc>
              <a:spcBef>
                <a:spcPct val="0"/>
              </a:spcBef>
            </a:pPr>
            <a:r>
              <a:rPr lang="en-US" sz="2308">
                <a:solidFill>
                  <a:srgbClr val="000000"/>
                </a:solidFill>
                <a:latin typeface="Canva Sans"/>
                <a:ea typeface="Canva Sans"/>
                <a:cs typeface="Canva Sans"/>
                <a:sym typeface="Canva Sans"/>
              </a:rPr>
              <a:t>Click on each widget to learn more about each tip!</a:t>
            </a:r>
          </a:p>
        </p:txBody>
      </p:sp>
      <p:sp>
        <p:nvSpPr>
          <p:cNvPr name="Freeform 76" id="76"/>
          <p:cNvSpPr/>
          <p:nvPr/>
        </p:nvSpPr>
        <p:spPr>
          <a:xfrm flipH="false" flipV="false" rot="0">
            <a:off x="17056593" y="9168617"/>
            <a:ext cx="862892" cy="862892"/>
          </a:xfrm>
          <a:custGeom>
            <a:avLst/>
            <a:gdLst/>
            <a:ahLst/>
            <a:cxnLst/>
            <a:rect r="r" b="b" t="t" l="l"/>
            <a:pathLst>
              <a:path h="862892" w="862892">
                <a:moveTo>
                  <a:pt x="0" y="0"/>
                </a:moveTo>
                <a:lnTo>
                  <a:pt x="862892" y="0"/>
                </a:lnTo>
                <a:lnTo>
                  <a:pt x="862892" y="862892"/>
                </a:lnTo>
                <a:lnTo>
                  <a:pt x="0" y="8628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7" id="77"/>
          <p:cNvSpPr/>
          <p:nvPr/>
        </p:nvSpPr>
        <p:spPr>
          <a:xfrm flipH="false" flipV="false" rot="0">
            <a:off x="587814" y="9120920"/>
            <a:ext cx="881772" cy="881772"/>
          </a:xfrm>
          <a:custGeom>
            <a:avLst/>
            <a:gdLst/>
            <a:ahLst/>
            <a:cxnLst/>
            <a:rect r="r" b="b" t="t" l="l"/>
            <a:pathLst>
              <a:path h="881772" w="881772">
                <a:moveTo>
                  <a:pt x="0" y="0"/>
                </a:moveTo>
                <a:lnTo>
                  <a:pt x="881772" y="0"/>
                </a:lnTo>
                <a:lnTo>
                  <a:pt x="881772" y="881772"/>
                </a:lnTo>
                <a:lnTo>
                  <a:pt x="0" y="8817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5100373" y="5435488"/>
            <a:ext cx="7246932" cy="4755799"/>
            <a:chOff x="0" y="0"/>
            <a:chExt cx="812800" cy="533400"/>
          </a:xfrm>
        </p:grpSpPr>
        <p:sp>
          <p:nvSpPr>
            <p:cNvPr name="Freeform 3" id="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4" id="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 id="5"/>
          <p:cNvGrpSpPr/>
          <p:nvPr/>
        </p:nvGrpSpPr>
        <p:grpSpPr>
          <a:xfrm rot="0">
            <a:off x="0" y="8833945"/>
            <a:ext cx="18549555" cy="4356682"/>
            <a:chOff x="0" y="0"/>
            <a:chExt cx="4885479" cy="1147439"/>
          </a:xfrm>
        </p:grpSpPr>
        <p:sp>
          <p:nvSpPr>
            <p:cNvPr name="Freeform 6" id="6"/>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7" id="7"/>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455680" y="3289616"/>
            <a:ext cx="7246932" cy="4755799"/>
            <a:chOff x="0" y="0"/>
            <a:chExt cx="812800" cy="533400"/>
          </a:xfrm>
        </p:grpSpPr>
        <p:sp>
          <p:nvSpPr>
            <p:cNvPr name="Freeform 9" id="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0" id="1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1" id="11"/>
          <p:cNvGrpSpPr/>
          <p:nvPr/>
        </p:nvGrpSpPr>
        <p:grpSpPr>
          <a:xfrm rot="0">
            <a:off x="605173" y="5068542"/>
            <a:ext cx="5737758" cy="3765404"/>
            <a:chOff x="0" y="0"/>
            <a:chExt cx="812800" cy="533400"/>
          </a:xfrm>
        </p:grpSpPr>
        <p:sp>
          <p:nvSpPr>
            <p:cNvPr name="Freeform 12" id="1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3" id="1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14" id="14"/>
          <p:cNvSpPr/>
          <p:nvPr/>
        </p:nvSpPr>
        <p:spPr>
          <a:xfrm flipH="false" flipV="false" rot="0">
            <a:off x="415488" y="1910051"/>
            <a:ext cx="9145839" cy="8048339"/>
          </a:xfrm>
          <a:custGeom>
            <a:avLst/>
            <a:gdLst/>
            <a:ahLst/>
            <a:cxnLst/>
            <a:rect r="r" b="b" t="t" l="l"/>
            <a:pathLst>
              <a:path h="8048339" w="9145839">
                <a:moveTo>
                  <a:pt x="0" y="0"/>
                </a:moveTo>
                <a:lnTo>
                  <a:pt x="9145839" y="0"/>
                </a:lnTo>
                <a:lnTo>
                  <a:pt x="9145839" y="8048338"/>
                </a:lnTo>
                <a:lnTo>
                  <a:pt x="0" y="8048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0103757" y="950829"/>
            <a:ext cx="6397469" cy="2378074"/>
          </a:xfrm>
          <a:prstGeom prst="rect">
            <a:avLst/>
          </a:prstGeom>
        </p:spPr>
        <p:txBody>
          <a:bodyPr anchor="t" rtlCol="false" tIns="0" lIns="0" bIns="0" rIns="0">
            <a:spAutoFit/>
          </a:bodyPr>
          <a:lstStyle/>
          <a:p>
            <a:pPr algn="l">
              <a:lnSpc>
                <a:spcPts val="8499"/>
              </a:lnSpc>
            </a:pPr>
            <a:r>
              <a:rPr lang="en-US" sz="8499">
                <a:solidFill>
                  <a:srgbClr val="E2325E"/>
                </a:solidFill>
                <a:latin typeface="Bridge"/>
                <a:ea typeface="Bridge"/>
                <a:cs typeface="Bridge"/>
                <a:sym typeface="Bridge"/>
              </a:rPr>
              <a:t>Reduce Cognitive Overload</a:t>
            </a:r>
          </a:p>
        </p:txBody>
      </p:sp>
      <p:sp>
        <p:nvSpPr>
          <p:cNvPr name="TextBox 16" id="16"/>
          <p:cNvSpPr txBox="true"/>
          <p:nvPr/>
        </p:nvSpPr>
        <p:spPr>
          <a:xfrm rot="0">
            <a:off x="9789957" y="3432019"/>
            <a:ext cx="6729249" cy="4074716"/>
          </a:xfrm>
          <a:prstGeom prst="rect">
            <a:avLst/>
          </a:prstGeom>
        </p:spPr>
        <p:txBody>
          <a:bodyPr anchor="t" rtlCol="false" tIns="0" lIns="0" bIns="0" rIns="0">
            <a:spAutoFit/>
          </a:bodyPr>
          <a:lstStyle/>
          <a:p>
            <a:pPr algn="l">
              <a:lnSpc>
                <a:spcPts val="4640"/>
              </a:lnSpc>
            </a:pPr>
            <a:r>
              <a:rPr lang="en-US" sz="2729">
                <a:solidFill>
                  <a:srgbClr val="000000"/>
                </a:solidFill>
                <a:latin typeface="Bricolage Grotesque"/>
                <a:ea typeface="Bricolage Grotesque"/>
                <a:cs typeface="Bricolage Grotesque"/>
                <a:sym typeface="Bricolage Grotesque"/>
              </a:rPr>
              <a:t>Too much information can overwhelm working memory and reduce focus. </a:t>
            </a:r>
          </a:p>
          <a:p>
            <a:pPr algn="l" marL="589327" indent="-294664" lvl="1">
              <a:lnSpc>
                <a:spcPts val="4640"/>
              </a:lnSpc>
              <a:buFont typeface="Arial"/>
              <a:buChar char="•"/>
            </a:pPr>
            <a:r>
              <a:rPr lang="en-US" sz="2729">
                <a:solidFill>
                  <a:srgbClr val="000000"/>
                </a:solidFill>
                <a:latin typeface="Bricolage Grotesque"/>
                <a:ea typeface="Bricolage Grotesque"/>
                <a:cs typeface="Bricolage Grotesque"/>
                <a:sym typeface="Bricolage Grotesque"/>
              </a:rPr>
              <a:t>Present information in </a:t>
            </a:r>
            <a:r>
              <a:rPr lang="en-US" b="true" sz="2729">
                <a:solidFill>
                  <a:srgbClr val="000000"/>
                </a:solidFill>
                <a:latin typeface="Bricolage Grotesque Bold"/>
                <a:ea typeface="Bricolage Grotesque Bold"/>
                <a:cs typeface="Bricolage Grotesque Bold"/>
                <a:sym typeface="Bricolage Grotesque Bold"/>
              </a:rPr>
              <a:t>small, manageable chunks</a:t>
            </a:r>
          </a:p>
          <a:p>
            <a:pPr algn="l" marL="589327" indent="-294664" lvl="1">
              <a:lnSpc>
                <a:spcPts val="4640"/>
              </a:lnSpc>
              <a:buFont typeface="Arial"/>
              <a:buChar char="•"/>
            </a:pPr>
            <a:r>
              <a:rPr lang="en-US" b="true" sz="2729">
                <a:solidFill>
                  <a:srgbClr val="000000"/>
                </a:solidFill>
                <a:latin typeface="Bricolage Grotesque Bold"/>
                <a:ea typeface="Bricolage Grotesque Bold"/>
                <a:cs typeface="Bricolage Grotesque Bold"/>
                <a:sym typeface="Bricolage Grotesque Bold"/>
              </a:rPr>
              <a:t>Avoid </a:t>
            </a:r>
            <a:r>
              <a:rPr lang="en-US" sz="2729">
                <a:solidFill>
                  <a:srgbClr val="000000"/>
                </a:solidFill>
                <a:latin typeface="Bricolage Grotesque"/>
                <a:ea typeface="Bricolage Grotesque"/>
                <a:cs typeface="Bricolage Grotesque"/>
                <a:sym typeface="Bricolage Grotesque"/>
              </a:rPr>
              <a:t>overcrowding slides or materials</a:t>
            </a:r>
          </a:p>
          <a:p>
            <a:pPr algn="l" marL="589327" indent="-294664" lvl="1">
              <a:lnSpc>
                <a:spcPts val="4640"/>
              </a:lnSpc>
              <a:buFont typeface="Arial"/>
              <a:buChar char="•"/>
            </a:pPr>
            <a:r>
              <a:rPr lang="en-US" sz="2729">
                <a:solidFill>
                  <a:srgbClr val="000000"/>
                </a:solidFill>
                <a:latin typeface="Bricolage Grotesque"/>
                <a:ea typeface="Bricolage Grotesque"/>
                <a:cs typeface="Bricolage Grotesque"/>
                <a:sym typeface="Bricolage Grotesque"/>
              </a:rPr>
              <a:t>Focus on </a:t>
            </a:r>
            <a:r>
              <a:rPr lang="en-US" b="true" sz="2729">
                <a:solidFill>
                  <a:srgbClr val="000000"/>
                </a:solidFill>
                <a:latin typeface="Bricolage Grotesque Bold"/>
                <a:ea typeface="Bricolage Grotesque Bold"/>
                <a:cs typeface="Bricolage Grotesque Bold"/>
                <a:sym typeface="Bricolage Grotesque Bold"/>
              </a:rPr>
              <a:t>one key idea at at ime</a:t>
            </a:r>
          </a:p>
        </p:txBody>
      </p:sp>
      <p:grpSp>
        <p:nvGrpSpPr>
          <p:cNvPr name="Group 17" id="17"/>
          <p:cNvGrpSpPr/>
          <p:nvPr/>
        </p:nvGrpSpPr>
        <p:grpSpPr>
          <a:xfrm rot="-10800000">
            <a:off x="16036204" y="6951243"/>
            <a:ext cx="5569728" cy="3655134"/>
            <a:chOff x="0" y="0"/>
            <a:chExt cx="812800" cy="533400"/>
          </a:xfrm>
        </p:grpSpPr>
        <p:sp>
          <p:nvSpPr>
            <p:cNvPr name="Freeform 18" id="1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9" id="1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0" id="20"/>
          <p:cNvGrpSpPr/>
          <p:nvPr/>
        </p:nvGrpSpPr>
        <p:grpSpPr>
          <a:xfrm rot="0">
            <a:off x="13734342" y="8214502"/>
            <a:ext cx="5569728" cy="3655134"/>
            <a:chOff x="0" y="0"/>
            <a:chExt cx="812800" cy="533400"/>
          </a:xfrm>
        </p:grpSpPr>
        <p:sp>
          <p:nvSpPr>
            <p:cNvPr name="Freeform 21" id="2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2" id="22"/>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3" id="23"/>
          <p:cNvGrpSpPr/>
          <p:nvPr/>
        </p:nvGrpSpPr>
        <p:grpSpPr>
          <a:xfrm rot="2160331">
            <a:off x="10219096" y="9697420"/>
            <a:ext cx="1487935" cy="1502398"/>
            <a:chOff x="0" y="0"/>
            <a:chExt cx="266621" cy="269213"/>
          </a:xfrm>
        </p:grpSpPr>
        <p:sp>
          <p:nvSpPr>
            <p:cNvPr name="Freeform 24" id="24"/>
            <p:cNvSpPr/>
            <p:nvPr/>
          </p:nvSpPr>
          <p:spPr>
            <a:xfrm flipH="false" flipV="false" rot="0">
              <a:off x="0" y="0"/>
              <a:ext cx="266621" cy="269213"/>
            </a:xfrm>
            <a:custGeom>
              <a:avLst/>
              <a:gdLst/>
              <a:ahLst/>
              <a:cxnLst/>
              <a:rect r="r" b="b" t="t" l="l"/>
              <a:pathLst>
                <a:path h="269213" w="266621">
                  <a:moveTo>
                    <a:pt x="133311" y="0"/>
                  </a:moveTo>
                  <a:lnTo>
                    <a:pt x="133311" y="0"/>
                  </a:lnTo>
                  <a:cubicBezTo>
                    <a:pt x="206936" y="0"/>
                    <a:pt x="266621" y="59685"/>
                    <a:pt x="266621" y="133311"/>
                  </a:cubicBezTo>
                  <a:lnTo>
                    <a:pt x="266621" y="135902"/>
                  </a:lnTo>
                  <a:cubicBezTo>
                    <a:pt x="266621" y="171258"/>
                    <a:pt x="252576" y="205166"/>
                    <a:pt x="227575" y="230167"/>
                  </a:cubicBezTo>
                  <a:cubicBezTo>
                    <a:pt x="202575" y="255168"/>
                    <a:pt x="168667" y="269213"/>
                    <a:pt x="133311" y="269213"/>
                  </a:cubicBezTo>
                  <a:lnTo>
                    <a:pt x="133311" y="269213"/>
                  </a:lnTo>
                  <a:cubicBezTo>
                    <a:pt x="59685" y="269213"/>
                    <a:pt x="0" y="209528"/>
                    <a:pt x="0" y="135902"/>
                  </a:cubicBezTo>
                  <a:lnTo>
                    <a:pt x="0" y="133311"/>
                  </a:lnTo>
                  <a:cubicBezTo>
                    <a:pt x="0" y="97954"/>
                    <a:pt x="14045" y="64046"/>
                    <a:pt x="39046" y="39046"/>
                  </a:cubicBezTo>
                  <a:cubicBezTo>
                    <a:pt x="64046" y="14045"/>
                    <a:pt x="97954" y="0"/>
                    <a:pt x="133311" y="0"/>
                  </a:cubicBezTo>
                  <a:close/>
                </a:path>
              </a:pathLst>
            </a:custGeom>
            <a:gradFill rotWithShape="true">
              <a:gsLst>
                <a:gs pos="0">
                  <a:srgbClr val="A2D6E8">
                    <a:alpha val="100000"/>
                  </a:srgbClr>
                </a:gs>
                <a:gs pos="100000">
                  <a:srgbClr val="3EBFEC">
                    <a:alpha val="100000"/>
                  </a:srgbClr>
                </a:gs>
              </a:gsLst>
              <a:lin ang="2700000"/>
            </a:gradFill>
          </p:spPr>
        </p:sp>
        <p:sp>
          <p:nvSpPr>
            <p:cNvPr name="TextBox 25" id="25"/>
            <p:cNvSpPr txBox="true"/>
            <p:nvPr/>
          </p:nvSpPr>
          <p:spPr>
            <a:xfrm>
              <a:off x="0" y="66675"/>
              <a:ext cx="266621" cy="202538"/>
            </a:xfrm>
            <a:prstGeom prst="rect">
              <a:avLst/>
            </a:prstGeom>
          </p:spPr>
          <p:txBody>
            <a:bodyPr anchor="ctr" rtlCol="false" tIns="50800" lIns="50800" bIns="50800" rIns="50800"/>
            <a:lstStyle/>
            <a:p>
              <a:pPr algn="ctr">
                <a:lnSpc>
                  <a:spcPts val="3500"/>
                </a:lnSpc>
              </a:pPr>
            </a:p>
          </p:txBody>
        </p:sp>
      </p:grpSp>
      <p:grpSp>
        <p:nvGrpSpPr>
          <p:cNvPr name="Group 26" id="26"/>
          <p:cNvGrpSpPr/>
          <p:nvPr/>
        </p:nvGrpSpPr>
        <p:grpSpPr>
          <a:xfrm rot="-803505">
            <a:off x="-307679" y="3009859"/>
            <a:ext cx="1212456" cy="1212456"/>
            <a:chOff x="0" y="0"/>
            <a:chExt cx="812800" cy="812800"/>
          </a:xfrm>
        </p:grpSpPr>
        <p:sp>
          <p:nvSpPr>
            <p:cNvPr name="Freeform 27" id="27"/>
            <p:cNvSpPr/>
            <p:nvPr/>
          </p:nvSpPr>
          <p:spPr>
            <a:xfrm flipH="false" flipV="false" rot="0">
              <a:off x="23626" y="34558"/>
              <a:ext cx="765548" cy="778242"/>
            </a:xfrm>
            <a:custGeom>
              <a:avLst/>
              <a:gdLst/>
              <a:ahLst/>
              <a:cxnLst/>
              <a:rect r="r" b="b" t="t" l="l"/>
              <a:pathLst>
                <a:path h="778242" w="765548">
                  <a:moveTo>
                    <a:pt x="463960" y="27463"/>
                  </a:moveTo>
                  <a:lnTo>
                    <a:pt x="707988" y="213883"/>
                  </a:lnTo>
                  <a:cubicBezTo>
                    <a:pt x="756765" y="251145"/>
                    <a:pt x="777133" y="314870"/>
                    <a:pt x="759011" y="373515"/>
                  </a:cubicBezTo>
                  <a:lnTo>
                    <a:pt x="664107" y="680631"/>
                  </a:lnTo>
                  <a:cubicBezTo>
                    <a:pt x="646173" y="738665"/>
                    <a:pt x="592519" y="778242"/>
                    <a:pt x="531778" y="778242"/>
                  </a:cubicBezTo>
                  <a:lnTo>
                    <a:pt x="233770" y="778242"/>
                  </a:lnTo>
                  <a:cubicBezTo>
                    <a:pt x="173029" y="778242"/>
                    <a:pt x="119375" y="738665"/>
                    <a:pt x="101441" y="680631"/>
                  </a:cubicBezTo>
                  <a:lnTo>
                    <a:pt x="6537" y="373515"/>
                  </a:lnTo>
                  <a:cubicBezTo>
                    <a:pt x="-11585" y="314870"/>
                    <a:pt x="8783" y="251145"/>
                    <a:pt x="57560" y="213883"/>
                  </a:cubicBezTo>
                  <a:lnTo>
                    <a:pt x="301588" y="27463"/>
                  </a:lnTo>
                  <a:cubicBezTo>
                    <a:pt x="349519" y="-9154"/>
                    <a:pt x="416029" y="-9154"/>
                    <a:pt x="463960" y="27463"/>
                  </a:cubicBezTo>
                  <a:close/>
                </a:path>
              </a:pathLst>
            </a:custGeom>
            <a:gradFill rotWithShape="true">
              <a:gsLst>
                <a:gs pos="0">
                  <a:srgbClr val="4666A9">
                    <a:alpha val="100000"/>
                  </a:srgbClr>
                </a:gs>
                <a:gs pos="100000">
                  <a:srgbClr val="244384">
                    <a:alpha val="100000"/>
                  </a:srgbClr>
                </a:gs>
              </a:gsLst>
              <a:lin ang="2700000"/>
            </a:gradFill>
          </p:spPr>
        </p:sp>
        <p:sp>
          <p:nvSpPr>
            <p:cNvPr name="TextBox 28" id="28"/>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grpSp>
        <p:nvGrpSpPr>
          <p:cNvPr name="Group 29" id="29"/>
          <p:cNvGrpSpPr/>
          <p:nvPr/>
        </p:nvGrpSpPr>
        <p:grpSpPr>
          <a:xfrm rot="0">
            <a:off x="2948337" y="540287"/>
            <a:ext cx="829193" cy="790325"/>
            <a:chOff x="0" y="0"/>
            <a:chExt cx="812800" cy="774700"/>
          </a:xfrm>
        </p:grpSpPr>
        <p:sp>
          <p:nvSpPr>
            <p:cNvPr name="Freeform 30" id="30"/>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31" id="31"/>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sp>
        <p:nvSpPr>
          <p:cNvPr name="Freeform 32" id="32"/>
          <p:cNvSpPr/>
          <p:nvPr/>
        </p:nvSpPr>
        <p:spPr>
          <a:xfrm flipH="false" flipV="false" rot="0">
            <a:off x="16036204" y="616961"/>
            <a:ext cx="1851282" cy="1851282"/>
          </a:xfrm>
          <a:custGeom>
            <a:avLst/>
            <a:gdLst/>
            <a:ahLst/>
            <a:cxnLst/>
            <a:rect r="r" b="b" t="t" l="l"/>
            <a:pathLst>
              <a:path h="1851282" w="1851282">
                <a:moveTo>
                  <a:pt x="0" y="0"/>
                </a:moveTo>
                <a:lnTo>
                  <a:pt x="1851282" y="0"/>
                </a:lnTo>
                <a:lnTo>
                  <a:pt x="1851282" y="1851281"/>
                </a:lnTo>
                <a:lnTo>
                  <a:pt x="0" y="18512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3" id="33"/>
          <p:cNvGrpSpPr/>
          <p:nvPr/>
        </p:nvGrpSpPr>
        <p:grpSpPr>
          <a:xfrm rot="0">
            <a:off x="16519206" y="2767376"/>
            <a:ext cx="3814983" cy="2503582"/>
            <a:chOff x="0" y="0"/>
            <a:chExt cx="812800" cy="533400"/>
          </a:xfrm>
        </p:grpSpPr>
        <p:sp>
          <p:nvSpPr>
            <p:cNvPr name="Freeform 34" id="34"/>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5" id="35"/>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6" id="36"/>
          <p:cNvGrpSpPr/>
          <p:nvPr/>
        </p:nvGrpSpPr>
        <p:grpSpPr>
          <a:xfrm rot="0">
            <a:off x="10249226" y="-390287"/>
            <a:ext cx="2020169" cy="1325736"/>
            <a:chOff x="0" y="0"/>
            <a:chExt cx="812800" cy="533400"/>
          </a:xfrm>
        </p:grpSpPr>
        <p:sp>
          <p:nvSpPr>
            <p:cNvPr name="Freeform 37" id="37"/>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8" id="38"/>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9" id="39"/>
          <p:cNvGrpSpPr/>
          <p:nvPr/>
        </p:nvGrpSpPr>
        <p:grpSpPr>
          <a:xfrm rot="0">
            <a:off x="4132872" y="1684170"/>
            <a:ext cx="2020169" cy="1325736"/>
            <a:chOff x="0" y="0"/>
            <a:chExt cx="812800" cy="533400"/>
          </a:xfrm>
        </p:grpSpPr>
        <p:sp>
          <p:nvSpPr>
            <p:cNvPr name="Freeform 40" id="40"/>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1" id="41"/>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2" id="42"/>
          <p:cNvGrpSpPr/>
          <p:nvPr/>
        </p:nvGrpSpPr>
        <p:grpSpPr>
          <a:xfrm rot="0">
            <a:off x="-1260043" y="-390287"/>
            <a:ext cx="2020169" cy="1325736"/>
            <a:chOff x="0" y="0"/>
            <a:chExt cx="812800" cy="533400"/>
          </a:xfrm>
        </p:grpSpPr>
        <p:sp>
          <p:nvSpPr>
            <p:cNvPr name="Freeform 43" id="4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4" id="4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5" id="45"/>
          <p:cNvGrpSpPr/>
          <p:nvPr/>
        </p:nvGrpSpPr>
        <p:grpSpPr>
          <a:xfrm rot="937581">
            <a:off x="8637355" y="1080440"/>
            <a:ext cx="1013291" cy="886629"/>
            <a:chOff x="0" y="0"/>
            <a:chExt cx="812800" cy="711200"/>
          </a:xfrm>
        </p:grpSpPr>
        <p:sp>
          <p:nvSpPr>
            <p:cNvPr name="Freeform 46" id="46"/>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47" id="47"/>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48" id="48"/>
          <p:cNvGrpSpPr/>
          <p:nvPr/>
        </p:nvGrpSpPr>
        <p:grpSpPr>
          <a:xfrm rot="0">
            <a:off x="17194783" y="5829959"/>
            <a:ext cx="609820" cy="609820"/>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50" id="50"/>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sp>
        <p:nvSpPr>
          <p:cNvPr name="Freeform 51" id="51"/>
          <p:cNvSpPr/>
          <p:nvPr/>
        </p:nvSpPr>
        <p:spPr>
          <a:xfrm flipH="false" flipV="false" rot="0">
            <a:off x="17056593" y="9168617"/>
            <a:ext cx="862892" cy="862892"/>
          </a:xfrm>
          <a:custGeom>
            <a:avLst/>
            <a:gdLst/>
            <a:ahLst/>
            <a:cxnLst/>
            <a:rect r="r" b="b" t="t" l="l"/>
            <a:pathLst>
              <a:path h="862892" w="862892">
                <a:moveTo>
                  <a:pt x="0" y="0"/>
                </a:moveTo>
                <a:lnTo>
                  <a:pt x="862892" y="0"/>
                </a:lnTo>
                <a:lnTo>
                  <a:pt x="862892" y="862892"/>
                </a:lnTo>
                <a:lnTo>
                  <a:pt x="0" y="86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2" id="52"/>
          <p:cNvSpPr/>
          <p:nvPr/>
        </p:nvSpPr>
        <p:spPr>
          <a:xfrm flipH="false" flipV="false" rot="0">
            <a:off x="587814" y="9120920"/>
            <a:ext cx="881772" cy="881772"/>
          </a:xfrm>
          <a:custGeom>
            <a:avLst/>
            <a:gdLst/>
            <a:ahLst/>
            <a:cxnLst/>
            <a:rect r="r" b="b" t="t" l="l"/>
            <a:pathLst>
              <a:path h="881772" w="881772">
                <a:moveTo>
                  <a:pt x="0" y="0"/>
                </a:moveTo>
                <a:lnTo>
                  <a:pt x="881772" y="0"/>
                </a:lnTo>
                <a:lnTo>
                  <a:pt x="881772" y="881772"/>
                </a:lnTo>
                <a:lnTo>
                  <a:pt x="0" y="8817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258034" y="6429197"/>
            <a:ext cx="5708072" cy="3745923"/>
            <a:chOff x="0" y="0"/>
            <a:chExt cx="812800" cy="533400"/>
          </a:xfrm>
        </p:grpSpPr>
        <p:sp>
          <p:nvSpPr>
            <p:cNvPr name="Freeform 3" id="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4" id="4"/>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 id="5"/>
          <p:cNvGrpSpPr/>
          <p:nvPr/>
        </p:nvGrpSpPr>
        <p:grpSpPr>
          <a:xfrm rot="0">
            <a:off x="14598356" y="5990234"/>
            <a:ext cx="5708072" cy="3745923"/>
            <a:chOff x="0" y="0"/>
            <a:chExt cx="812800" cy="533400"/>
          </a:xfrm>
        </p:grpSpPr>
        <p:sp>
          <p:nvSpPr>
            <p:cNvPr name="Freeform 6" id="6"/>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7" id="7"/>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8" id="8"/>
          <p:cNvGrpSpPr/>
          <p:nvPr/>
        </p:nvGrpSpPr>
        <p:grpSpPr>
          <a:xfrm rot="0">
            <a:off x="946006" y="7686945"/>
            <a:ext cx="4203286" cy="2758407"/>
            <a:chOff x="0" y="0"/>
            <a:chExt cx="812800" cy="533400"/>
          </a:xfrm>
        </p:grpSpPr>
        <p:sp>
          <p:nvSpPr>
            <p:cNvPr name="Freeform 9" id="9"/>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0" id="10"/>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1" id="11"/>
          <p:cNvGrpSpPr/>
          <p:nvPr/>
        </p:nvGrpSpPr>
        <p:grpSpPr>
          <a:xfrm rot="0">
            <a:off x="12562834" y="7454742"/>
            <a:ext cx="4203286" cy="2758407"/>
            <a:chOff x="0" y="0"/>
            <a:chExt cx="812800" cy="533400"/>
          </a:xfrm>
        </p:grpSpPr>
        <p:sp>
          <p:nvSpPr>
            <p:cNvPr name="Freeform 12" id="1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3" id="1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4" id="14"/>
          <p:cNvGrpSpPr/>
          <p:nvPr/>
        </p:nvGrpSpPr>
        <p:grpSpPr>
          <a:xfrm rot="0">
            <a:off x="0" y="8833945"/>
            <a:ext cx="18549555" cy="4356682"/>
            <a:chOff x="0" y="0"/>
            <a:chExt cx="4885479" cy="1147439"/>
          </a:xfrm>
        </p:grpSpPr>
        <p:sp>
          <p:nvSpPr>
            <p:cNvPr name="Freeform 15" id="15"/>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16" id="16"/>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2660424" y="9139325"/>
            <a:ext cx="5708072" cy="3745923"/>
            <a:chOff x="0" y="0"/>
            <a:chExt cx="812800" cy="533400"/>
          </a:xfrm>
        </p:grpSpPr>
        <p:sp>
          <p:nvSpPr>
            <p:cNvPr name="Freeform 18" id="1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9" id="1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0" id="20"/>
          <p:cNvGrpSpPr/>
          <p:nvPr/>
        </p:nvGrpSpPr>
        <p:grpSpPr>
          <a:xfrm rot="5400000">
            <a:off x="2496998" y="5520762"/>
            <a:ext cx="2193640" cy="2803748"/>
            <a:chOff x="0" y="0"/>
            <a:chExt cx="577749" cy="738436"/>
          </a:xfrm>
        </p:grpSpPr>
        <p:sp>
          <p:nvSpPr>
            <p:cNvPr name="Freeform 21" id="21"/>
            <p:cNvSpPr/>
            <p:nvPr/>
          </p:nvSpPr>
          <p:spPr>
            <a:xfrm flipH="false" flipV="false" rot="0">
              <a:off x="0" y="0"/>
              <a:ext cx="577749" cy="738436"/>
            </a:xfrm>
            <a:custGeom>
              <a:avLst/>
              <a:gdLst/>
              <a:ahLst/>
              <a:cxnLst/>
              <a:rect r="r" b="b" t="t" l="l"/>
              <a:pathLst>
                <a:path h="738436" w="577749">
                  <a:moveTo>
                    <a:pt x="88231" y="0"/>
                  </a:moveTo>
                  <a:lnTo>
                    <a:pt x="489518" y="0"/>
                  </a:lnTo>
                  <a:cubicBezTo>
                    <a:pt x="512918" y="0"/>
                    <a:pt x="535360" y="9296"/>
                    <a:pt x="551907" y="25842"/>
                  </a:cubicBezTo>
                  <a:cubicBezTo>
                    <a:pt x="568453" y="42389"/>
                    <a:pt x="577749" y="64831"/>
                    <a:pt x="577749" y="88231"/>
                  </a:cubicBezTo>
                  <a:lnTo>
                    <a:pt x="577749" y="650204"/>
                  </a:lnTo>
                  <a:cubicBezTo>
                    <a:pt x="577749" y="673605"/>
                    <a:pt x="568453" y="696047"/>
                    <a:pt x="551907" y="712593"/>
                  </a:cubicBezTo>
                  <a:cubicBezTo>
                    <a:pt x="535360" y="729140"/>
                    <a:pt x="512918" y="738436"/>
                    <a:pt x="489518" y="738436"/>
                  </a:cubicBezTo>
                  <a:lnTo>
                    <a:pt x="88231" y="738436"/>
                  </a:lnTo>
                  <a:cubicBezTo>
                    <a:pt x="64831" y="738436"/>
                    <a:pt x="42389" y="729140"/>
                    <a:pt x="25842" y="712593"/>
                  </a:cubicBezTo>
                  <a:cubicBezTo>
                    <a:pt x="9296" y="696047"/>
                    <a:pt x="0" y="673605"/>
                    <a:pt x="0" y="650204"/>
                  </a:cubicBezTo>
                  <a:lnTo>
                    <a:pt x="0" y="88231"/>
                  </a:lnTo>
                  <a:cubicBezTo>
                    <a:pt x="0" y="64831"/>
                    <a:pt x="9296" y="42389"/>
                    <a:pt x="25842" y="25842"/>
                  </a:cubicBezTo>
                  <a:cubicBezTo>
                    <a:pt x="42389" y="9296"/>
                    <a:pt x="64831" y="0"/>
                    <a:pt x="88231" y="0"/>
                  </a:cubicBezTo>
                  <a:close/>
                </a:path>
              </a:pathLst>
            </a:custGeom>
            <a:gradFill rotWithShape="true">
              <a:gsLst>
                <a:gs pos="0">
                  <a:srgbClr val="F6CC70">
                    <a:alpha val="100000"/>
                  </a:srgbClr>
                </a:gs>
                <a:gs pos="100000">
                  <a:srgbClr val="FBBB32">
                    <a:alpha val="100000"/>
                  </a:srgbClr>
                </a:gs>
              </a:gsLst>
              <a:lin ang="2700000"/>
            </a:gradFill>
          </p:spPr>
        </p:sp>
        <p:sp>
          <p:nvSpPr>
            <p:cNvPr name="TextBox 22" id="22"/>
            <p:cNvSpPr txBox="true"/>
            <p:nvPr/>
          </p:nvSpPr>
          <p:spPr>
            <a:xfrm>
              <a:off x="0" y="-38100"/>
              <a:ext cx="577749" cy="776536"/>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5400000">
            <a:off x="5828746" y="5520762"/>
            <a:ext cx="2193640" cy="2803748"/>
            <a:chOff x="0" y="0"/>
            <a:chExt cx="577749" cy="738436"/>
          </a:xfrm>
        </p:grpSpPr>
        <p:sp>
          <p:nvSpPr>
            <p:cNvPr name="Freeform 24" id="24"/>
            <p:cNvSpPr/>
            <p:nvPr/>
          </p:nvSpPr>
          <p:spPr>
            <a:xfrm flipH="false" flipV="false" rot="0">
              <a:off x="0" y="0"/>
              <a:ext cx="577749" cy="738436"/>
            </a:xfrm>
            <a:custGeom>
              <a:avLst/>
              <a:gdLst/>
              <a:ahLst/>
              <a:cxnLst/>
              <a:rect r="r" b="b" t="t" l="l"/>
              <a:pathLst>
                <a:path h="738436" w="577749">
                  <a:moveTo>
                    <a:pt x="88231" y="0"/>
                  </a:moveTo>
                  <a:lnTo>
                    <a:pt x="489518" y="0"/>
                  </a:lnTo>
                  <a:cubicBezTo>
                    <a:pt x="512918" y="0"/>
                    <a:pt x="535360" y="9296"/>
                    <a:pt x="551907" y="25842"/>
                  </a:cubicBezTo>
                  <a:cubicBezTo>
                    <a:pt x="568453" y="42389"/>
                    <a:pt x="577749" y="64831"/>
                    <a:pt x="577749" y="88231"/>
                  </a:cubicBezTo>
                  <a:lnTo>
                    <a:pt x="577749" y="650204"/>
                  </a:lnTo>
                  <a:cubicBezTo>
                    <a:pt x="577749" y="673605"/>
                    <a:pt x="568453" y="696047"/>
                    <a:pt x="551907" y="712593"/>
                  </a:cubicBezTo>
                  <a:cubicBezTo>
                    <a:pt x="535360" y="729140"/>
                    <a:pt x="512918" y="738436"/>
                    <a:pt x="489518" y="738436"/>
                  </a:cubicBezTo>
                  <a:lnTo>
                    <a:pt x="88231" y="738436"/>
                  </a:lnTo>
                  <a:cubicBezTo>
                    <a:pt x="64831" y="738436"/>
                    <a:pt x="42389" y="729140"/>
                    <a:pt x="25842" y="712593"/>
                  </a:cubicBezTo>
                  <a:cubicBezTo>
                    <a:pt x="9296" y="696047"/>
                    <a:pt x="0" y="673605"/>
                    <a:pt x="0" y="650204"/>
                  </a:cubicBezTo>
                  <a:lnTo>
                    <a:pt x="0" y="88231"/>
                  </a:lnTo>
                  <a:cubicBezTo>
                    <a:pt x="0" y="64831"/>
                    <a:pt x="9296" y="42389"/>
                    <a:pt x="25842" y="25842"/>
                  </a:cubicBezTo>
                  <a:cubicBezTo>
                    <a:pt x="42389" y="9296"/>
                    <a:pt x="64831" y="0"/>
                    <a:pt x="88231" y="0"/>
                  </a:cubicBezTo>
                  <a:close/>
                </a:path>
              </a:pathLst>
            </a:custGeom>
            <a:gradFill rotWithShape="true">
              <a:gsLst>
                <a:gs pos="0">
                  <a:srgbClr val="F6CC70">
                    <a:alpha val="100000"/>
                  </a:srgbClr>
                </a:gs>
                <a:gs pos="100000">
                  <a:srgbClr val="FBBB32">
                    <a:alpha val="100000"/>
                  </a:srgbClr>
                </a:gs>
              </a:gsLst>
              <a:lin ang="2700000"/>
            </a:gradFill>
          </p:spPr>
        </p:sp>
        <p:sp>
          <p:nvSpPr>
            <p:cNvPr name="TextBox 25" id="25"/>
            <p:cNvSpPr txBox="true"/>
            <p:nvPr/>
          </p:nvSpPr>
          <p:spPr>
            <a:xfrm>
              <a:off x="0" y="-38100"/>
              <a:ext cx="577749" cy="776536"/>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5400000">
            <a:off x="9095446" y="5566056"/>
            <a:ext cx="2193640" cy="2803748"/>
            <a:chOff x="0" y="0"/>
            <a:chExt cx="577749" cy="738436"/>
          </a:xfrm>
        </p:grpSpPr>
        <p:sp>
          <p:nvSpPr>
            <p:cNvPr name="Freeform 27" id="27"/>
            <p:cNvSpPr/>
            <p:nvPr/>
          </p:nvSpPr>
          <p:spPr>
            <a:xfrm flipH="false" flipV="false" rot="0">
              <a:off x="0" y="0"/>
              <a:ext cx="577749" cy="738436"/>
            </a:xfrm>
            <a:custGeom>
              <a:avLst/>
              <a:gdLst/>
              <a:ahLst/>
              <a:cxnLst/>
              <a:rect r="r" b="b" t="t" l="l"/>
              <a:pathLst>
                <a:path h="738436" w="577749">
                  <a:moveTo>
                    <a:pt x="88231" y="0"/>
                  </a:moveTo>
                  <a:lnTo>
                    <a:pt x="489518" y="0"/>
                  </a:lnTo>
                  <a:cubicBezTo>
                    <a:pt x="512918" y="0"/>
                    <a:pt x="535360" y="9296"/>
                    <a:pt x="551907" y="25842"/>
                  </a:cubicBezTo>
                  <a:cubicBezTo>
                    <a:pt x="568453" y="42389"/>
                    <a:pt x="577749" y="64831"/>
                    <a:pt x="577749" y="88231"/>
                  </a:cubicBezTo>
                  <a:lnTo>
                    <a:pt x="577749" y="650204"/>
                  </a:lnTo>
                  <a:cubicBezTo>
                    <a:pt x="577749" y="673605"/>
                    <a:pt x="568453" y="696047"/>
                    <a:pt x="551907" y="712593"/>
                  </a:cubicBezTo>
                  <a:cubicBezTo>
                    <a:pt x="535360" y="729140"/>
                    <a:pt x="512918" y="738436"/>
                    <a:pt x="489518" y="738436"/>
                  </a:cubicBezTo>
                  <a:lnTo>
                    <a:pt x="88231" y="738436"/>
                  </a:lnTo>
                  <a:cubicBezTo>
                    <a:pt x="64831" y="738436"/>
                    <a:pt x="42389" y="729140"/>
                    <a:pt x="25842" y="712593"/>
                  </a:cubicBezTo>
                  <a:cubicBezTo>
                    <a:pt x="9296" y="696047"/>
                    <a:pt x="0" y="673605"/>
                    <a:pt x="0" y="650204"/>
                  </a:cubicBezTo>
                  <a:lnTo>
                    <a:pt x="0" y="88231"/>
                  </a:lnTo>
                  <a:cubicBezTo>
                    <a:pt x="0" y="64831"/>
                    <a:pt x="9296" y="42389"/>
                    <a:pt x="25842" y="25842"/>
                  </a:cubicBezTo>
                  <a:cubicBezTo>
                    <a:pt x="42389" y="9296"/>
                    <a:pt x="64831" y="0"/>
                    <a:pt x="88231" y="0"/>
                  </a:cubicBezTo>
                  <a:close/>
                </a:path>
              </a:pathLst>
            </a:custGeom>
            <a:gradFill rotWithShape="true">
              <a:gsLst>
                <a:gs pos="0">
                  <a:srgbClr val="F6CC70">
                    <a:alpha val="100000"/>
                  </a:srgbClr>
                </a:gs>
                <a:gs pos="100000">
                  <a:srgbClr val="FBBB32">
                    <a:alpha val="100000"/>
                  </a:srgbClr>
                </a:gs>
              </a:gsLst>
              <a:lin ang="2700000"/>
            </a:gradFill>
          </p:spPr>
        </p:sp>
        <p:sp>
          <p:nvSpPr>
            <p:cNvPr name="TextBox 28" id="28"/>
            <p:cNvSpPr txBox="true"/>
            <p:nvPr/>
          </p:nvSpPr>
          <p:spPr>
            <a:xfrm>
              <a:off x="0" y="-38100"/>
              <a:ext cx="577749" cy="776536"/>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6308726" y="3693323"/>
            <a:ext cx="1595659" cy="1047151"/>
            <a:chOff x="0" y="0"/>
            <a:chExt cx="812800" cy="533400"/>
          </a:xfrm>
        </p:grpSpPr>
        <p:sp>
          <p:nvSpPr>
            <p:cNvPr name="Freeform 30" id="30"/>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31" id="31"/>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32" id="32"/>
          <p:cNvGrpSpPr/>
          <p:nvPr/>
        </p:nvGrpSpPr>
        <p:grpSpPr>
          <a:xfrm rot="0">
            <a:off x="2841851" y="5073849"/>
            <a:ext cx="1503933" cy="1503933"/>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34" id="34"/>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35" id="35"/>
          <p:cNvGrpSpPr/>
          <p:nvPr/>
        </p:nvGrpSpPr>
        <p:grpSpPr>
          <a:xfrm rot="0">
            <a:off x="6173600" y="5073849"/>
            <a:ext cx="1503933" cy="1503933"/>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37" id="37"/>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38" id="38"/>
          <p:cNvGrpSpPr/>
          <p:nvPr/>
        </p:nvGrpSpPr>
        <p:grpSpPr>
          <a:xfrm rot="0">
            <a:off x="9440299" y="5119144"/>
            <a:ext cx="1503933" cy="1503933"/>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40" id="40"/>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41" id="41"/>
          <p:cNvGrpSpPr/>
          <p:nvPr/>
        </p:nvGrpSpPr>
        <p:grpSpPr>
          <a:xfrm rot="0">
            <a:off x="16491445" y="433270"/>
            <a:ext cx="3814983" cy="2503582"/>
            <a:chOff x="0" y="0"/>
            <a:chExt cx="812800" cy="533400"/>
          </a:xfrm>
        </p:grpSpPr>
        <p:sp>
          <p:nvSpPr>
            <p:cNvPr name="Freeform 42" id="4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3" id="4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4" id="44"/>
          <p:cNvGrpSpPr/>
          <p:nvPr/>
        </p:nvGrpSpPr>
        <p:grpSpPr>
          <a:xfrm rot="0">
            <a:off x="6569243" y="-524424"/>
            <a:ext cx="2020169" cy="1325736"/>
            <a:chOff x="0" y="0"/>
            <a:chExt cx="812800" cy="533400"/>
          </a:xfrm>
        </p:grpSpPr>
        <p:sp>
          <p:nvSpPr>
            <p:cNvPr name="Freeform 45" id="45"/>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6" id="46"/>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47" id="47"/>
          <p:cNvGrpSpPr/>
          <p:nvPr/>
        </p:nvGrpSpPr>
        <p:grpSpPr>
          <a:xfrm rot="0">
            <a:off x="-706800" y="2566419"/>
            <a:ext cx="2020169" cy="1325736"/>
            <a:chOff x="0" y="0"/>
            <a:chExt cx="812800" cy="533400"/>
          </a:xfrm>
        </p:grpSpPr>
        <p:sp>
          <p:nvSpPr>
            <p:cNvPr name="Freeform 48" id="4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9" id="4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50" id="50"/>
          <p:cNvSpPr/>
          <p:nvPr/>
        </p:nvSpPr>
        <p:spPr>
          <a:xfrm flipH="false" flipV="false" rot="0">
            <a:off x="303284" y="242450"/>
            <a:ext cx="1572500" cy="1572500"/>
          </a:xfrm>
          <a:custGeom>
            <a:avLst/>
            <a:gdLst/>
            <a:ahLst/>
            <a:cxnLst/>
            <a:rect r="r" b="b" t="t" l="l"/>
            <a:pathLst>
              <a:path h="1572500" w="1572500">
                <a:moveTo>
                  <a:pt x="0" y="0"/>
                </a:moveTo>
                <a:lnTo>
                  <a:pt x="1572500" y="0"/>
                </a:lnTo>
                <a:lnTo>
                  <a:pt x="1572500" y="1572500"/>
                </a:lnTo>
                <a:lnTo>
                  <a:pt x="0" y="1572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1" id="51"/>
          <p:cNvSpPr txBox="true"/>
          <p:nvPr/>
        </p:nvSpPr>
        <p:spPr>
          <a:xfrm rot="0">
            <a:off x="2500225" y="6680227"/>
            <a:ext cx="2480543" cy="1071245"/>
          </a:xfrm>
          <a:prstGeom prst="rect">
            <a:avLst/>
          </a:prstGeom>
        </p:spPr>
        <p:txBody>
          <a:bodyPr anchor="t" rtlCol="false" tIns="0" lIns="0" bIns="0" rIns="0">
            <a:spAutoFit/>
          </a:bodyPr>
          <a:lstStyle/>
          <a:p>
            <a:pPr algn="ctr">
              <a:lnSpc>
                <a:spcPts val="2799"/>
              </a:lnSpc>
            </a:pPr>
            <a:r>
              <a:rPr lang="en-US" sz="2799" b="true">
                <a:solidFill>
                  <a:srgbClr val="000000"/>
                </a:solidFill>
                <a:latin typeface="Bricolage Grotesque Bold"/>
                <a:ea typeface="Bricolage Grotesque Bold"/>
                <a:cs typeface="Bricolage Grotesque Bold"/>
                <a:sym typeface="Bricolage Grotesque Bold"/>
              </a:rPr>
              <a:t>Build in Opportunities for Reflection</a:t>
            </a:r>
          </a:p>
        </p:txBody>
      </p:sp>
      <p:sp>
        <p:nvSpPr>
          <p:cNvPr name="TextBox 52" id="52"/>
          <p:cNvSpPr txBox="true"/>
          <p:nvPr/>
        </p:nvSpPr>
        <p:spPr>
          <a:xfrm rot="0">
            <a:off x="5630120" y="6680227"/>
            <a:ext cx="2679444" cy="1071245"/>
          </a:xfrm>
          <a:prstGeom prst="rect">
            <a:avLst/>
          </a:prstGeom>
        </p:spPr>
        <p:txBody>
          <a:bodyPr anchor="t" rtlCol="false" tIns="0" lIns="0" bIns="0" rIns="0">
            <a:spAutoFit/>
          </a:bodyPr>
          <a:lstStyle/>
          <a:p>
            <a:pPr algn="ctr">
              <a:lnSpc>
                <a:spcPts val="2799"/>
              </a:lnSpc>
            </a:pPr>
            <a:r>
              <a:rPr lang="en-US" sz="2799" b="true">
                <a:solidFill>
                  <a:srgbClr val="000000"/>
                </a:solidFill>
                <a:latin typeface="Bricolage Grotesque Bold"/>
                <a:ea typeface="Bricolage Grotesque Bold"/>
                <a:cs typeface="Bricolage Grotesque Bold"/>
                <a:sym typeface="Bricolage Grotesque Bold"/>
              </a:rPr>
              <a:t>Use Diverse Instructional Methods</a:t>
            </a:r>
          </a:p>
        </p:txBody>
      </p:sp>
      <p:sp>
        <p:nvSpPr>
          <p:cNvPr name="TextBox 53" id="53"/>
          <p:cNvSpPr txBox="true"/>
          <p:nvPr/>
        </p:nvSpPr>
        <p:spPr>
          <a:xfrm rot="0">
            <a:off x="8965616" y="6680227"/>
            <a:ext cx="2679444" cy="1071245"/>
          </a:xfrm>
          <a:prstGeom prst="rect">
            <a:avLst/>
          </a:prstGeom>
        </p:spPr>
        <p:txBody>
          <a:bodyPr anchor="t" rtlCol="false" tIns="0" lIns="0" bIns="0" rIns="0">
            <a:spAutoFit/>
          </a:bodyPr>
          <a:lstStyle/>
          <a:p>
            <a:pPr algn="ctr">
              <a:lnSpc>
                <a:spcPts val="2799"/>
              </a:lnSpc>
            </a:pPr>
            <a:r>
              <a:rPr lang="en-US" sz="2799" b="true">
                <a:solidFill>
                  <a:srgbClr val="000000"/>
                </a:solidFill>
                <a:latin typeface="Bricolage Grotesque Bold"/>
                <a:ea typeface="Bricolage Grotesque Bold"/>
                <a:cs typeface="Bricolage Grotesque Bold"/>
                <a:sym typeface="Bricolage Grotesque Bold"/>
              </a:rPr>
              <a:t>Incorporate Active Engagement</a:t>
            </a:r>
          </a:p>
        </p:txBody>
      </p:sp>
      <p:grpSp>
        <p:nvGrpSpPr>
          <p:cNvPr name="Group 54" id="54"/>
          <p:cNvGrpSpPr/>
          <p:nvPr/>
        </p:nvGrpSpPr>
        <p:grpSpPr>
          <a:xfrm rot="937581">
            <a:off x="8637355" y="1080440"/>
            <a:ext cx="1013291" cy="886629"/>
            <a:chOff x="0" y="0"/>
            <a:chExt cx="812800" cy="711200"/>
          </a:xfrm>
        </p:grpSpPr>
        <p:sp>
          <p:nvSpPr>
            <p:cNvPr name="Freeform 55" id="55"/>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56" id="56"/>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57" id="57"/>
          <p:cNvGrpSpPr/>
          <p:nvPr/>
        </p:nvGrpSpPr>
        <p:grpSpPr>
          <a:xfrm rot="-803505">
            <a:off x="683985" y="4535011"/>
            <a:ext cx="860811" cy="860811"/>
            <a:chOff x="0" y="0"/>
            <a:chExt cx="812800" cy="812800"/>
          </a:xfrm>
        </p:grpSpPr>
        <p:sp>
          <p:nvSpPr>
            <p:cNvPr name="Freeform 58" id="58"/>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59" id="59"/>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grpSp>
        <p:nvGrpSpPr>
          <p:cNvPr name="Group 60" id="60"/>
          <p:cNvGrpSpPr/>
          <p:nvPr/>
        </p:nvGrpSpPr>
        <p:grpSpPr>
          <a:xfrm rot="0">
            <a:off x="13671509" y="4645740"/>
            <a:ext cx="926847" cy="883401"/>
            <a:chOff x="0" y="0"/>
            <a:chExt cx="812800" cy="774700"/>
          </a:xfrm>
        </p:grpSpPr>
        <p:sp>
          <p:nvSpPr>
            <p:cNvPr name="Freeform 61" id="61"/>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62" id="62"/>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3" id="63"/>
          <p:cNvGrpSpPr/>
          <p:nvPr/>
        </p:nvGrpSpPr>
        <p:grpSpPr>
          <a:xfrm rot="0">
            <a:off x="3028096" y="5265198"/>
            <a:ext cx="1100279" cy="1048703"/>
            <a:chOff x="0" y="0"/>
            <a:chExt cx="812800" cy="774700"/>
          </a:xfrm>
        </p:grpSpPr>
        <p:sp>
          <p:nvSpPr>
            <p:cNvPr name="Freeform 64" id="64"/>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E0E0E0">
                    <a:alpha val="100000"/>
                  </a:srgbClr>
                </a:gs>
                <a:gs pos="100000">
                  <a:srgbClr val="EBEBEB">
                    <a:alpha val="100000"/>
                  </a:srgbClr>
                </a:gs>
              </a:gsLst>
              <a:lin ang="2700000"/>
            </a:gradFill>
          </p:spPr>
        </p:sp>
        <p:sp>
          <p:nvSpPr>
            <p:cNvPr name="TextBox 65" id="65"/>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6" id="66"/>
          <p:cNvGrpSpPr/>
          <p:nvPr/>
        </p:nvGrpSpPr>
        <p:grpSpPr>
          <a:xfrm rot="0">
            <a:off x="6375427" y="5265198"/>
            <a:ext cx="1100279" cy="1048703"/>
            <a:chOff x="0" y="0"/>
            <a:chExt cx="812800" cy="774700"/>
          </a:xfrm>
        </p:grpSpPr>
        <p:sp>
          <p:nvSpPr>
            <p:cNvPr name="Freeform 67" id="67"/>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E0E0E0">
                    <a:alpha val="100000"/>
                  </a:srgbClr>
                </a:gs>
                <a:gs pos="100000">
                  <a:srgbClr val="EBEBEB">
                    <a:alpha val="100000"/>
                  </a:srgbClr>
                </a:gs>
              </a:gsLst>
              <a:lin ang="2700000"/>
            </a:gradFill>
          </p:spPr>
        </p:sp>
        <p:sp>
          <p:nvSpPr>
            <p:cNvPr name="TextBox 68" id="68"/>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69" id="69"/>
          <p:cNvGrpSpPr/>
          <p:nvPr/>
        </p:nvGrpSpPr>
        <p:grpSpPr>
          <a:xfrm rot="0">
            <a:off x="9642127" y="5301464"/>
            <a:ext cx="1100279" cy="1048703"/>
            <a:chOff x="0" y="0"/>
            <a:chExt cx="812800" cy="774700"/>
          </a:xfrm>
        </p:grpSpPr>
        <p:sp>
          <p:nvSpPr>
            <p:cNvPr name="Freeform 70" id="70"/>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E0E0E0">
                    <a:alpha val="100000"/>
                  </a:srgbClr>
                </a:gs>
                <a:gs pos="100000">
                  <a:srgbClr val="EBEBEB">
                    <a:alpha val="100000"/>
                  </a:srgbClr>
                </a:gs>
              </a:gsLst>
              <a:lin ang="2700000"/>
            </a:gradFill>
          </p:spPr>
        </p:sp>
        <p:sp>
          <p:nvSpPr>
            <p:cNvPr name="TextBox 71" id="71"/>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sp>
        <p:nvSpPr>
          <p:cNvPr name="Freeform 72" id="72"/>
          <p:cNvSpPr/>
          <p:nvPr/>
        </p:nvSpPr>
        <p:spPr>
          <a:xfrm flipH="false" flipV="false" rot="0">
            <a:off x="3775707" y="3326756"/>
            <a:ext cx="705336" cy="1130799"/>
          </a:xfrm>
          <a:custGeom>
            <a:avLst/>
            <a:gdLst/>
            <a:ahLst/>
            <a:cxnLst/>
            <a:rect r="r" b="b" t="t" l="l"/>
            <a:pathLst>
              <a:path h="1130799" w="705336">
                <a:moveTo>
                  <a:pt x="0" y="0"/>
                </a:moveTo>
                <a:lnTo>
                  <a:pt x="705335" y="0"/>
                </a:lnTo>
                <a:lnTo>
                  <a:pt x="705335" y="1130799"/>
                </a:lnTo>
                <a:lnTo>
                  <a:pt x="0" y="1130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3" id="73"/>
          <p:cNvSpPr txBox="true"/>
          <p:nvPr/>
        </p:nvSpPr>
        <p:spPr>
          <a:xfrm rot="0">
            <a:off x="4345784" y="3471661"/>
            <a:ext cx="7051142" cy="305057"/>
          </a:xfrm>
          <a:prstGeom prst="rect">
            <a:avLst/>
          </a:prstGeom>
        </p:spPr>
        <p:txBody>
          <a:bodyPr anchor="t" rtlCol="false" tIns="0" lIns="0" bIns="0" rIns="0">
            <a:spAutoFit/>
          </a:bodyPr>
          <a:lstStyle/>
          <a:p>
            <a:pPr algn="ctr">
              <a:lnSpc>
                <a:spcPts val="2308"/>
              </a:lnSpc>
              <a:spcBef>
                <a:spcPct val="0"/>
              </a:spcBef>
            </a:pPr>
            <a:r>
              <a:rPr lang="en-US" sz="2308">
                <a:solidFill>
                  <a:srgbClr val="000000"/>
                </a:solidFill>
                <a:latin typeface="Canva Sans"/>
                <a:ea typeface="Canva Sans"/>
                <a:cs typeface="Canva Sans"/>
                <a:sym typeface="Canva Sans"/>
              </a:rPr>
              <a:t>Click on each widget to learn more about each tip!</a:t>
            </a:r>
          </a:p>
        </p:txBody>
      </p:sp>
      <p:sp>
        <p:nvSpPr>
          <p:cNvPr name="TextBox 74" id="74"/>
          <p:cNvSpPr txBox="true"/>
          <p:nvPr/>
        </p:nvSpPr>
        <p:spPr>
          <a:xfrm rot="0">
            <a:off x="3593818" y="2162974"/>
            <a:ext cx="14112781" cy="1301749"/>
          </a:xfrm>
          <a:prstGeom prst="rect">
            <a:avLst/>
          </a:prstGeom>
        </p:spPr>
        <p:txBody>
          <a:bodyPr anchor="t" rtlCol="false" tIns="0" lIns="0" bIns="0" rIns="0">
            <a:spAutoFit/>
          </a:bodyPr>
          <a:lstStyle/>
          <a:p>
            <a:pPr algn="l">
              <a:lnSpc>
                <a:spcPts val="8499"/>
              </a:lnSpc>
            </a:pPr>
            <a:r>
              <a:rPr lang="en-US" sz="8499">
                <a:solidFill>
                  <a:srgbClr val="E2325E"/>
                </a:solidFill>
                <a:latin typeface="Bridge"/>
                <a:ea typeface="Bridge"/>
                <a:cs typeface="Bridge"/>
                <a:sym typeface="Bridge"/>
              </a:rPr>
              <a:t>Strategies to Increase Engagment</a:t>
            </a:r>
          </a:p>
        </p:txBody>
      </p:sp>
      <p:sp>
        <p:nvSpPr>
          <p:cNvPr name="Freeform 75" id="75"/>
          <p:cNvSpPr/>
          <p:nvPr/>
        </p:nvSpPr>
        <p:spPr>
          <a:xfrm flipH="false" flipV="false" rot="0">
            <a:off x="17056593" y="9168617"/>
            <a:ext cx="862892" cy="862892"/>
          </a:xfrm>
          <a:custGeom>
            <a:avLst/>
            <a:gdLst/>
            <a:ahLst/>
            <a:cxnLst/>
            <a:rect r="r" b="b" t="t" l="l"/>
            <a:pathLst>
              <a:path h="862892" w="862892">
                <a:moveTo>
                  <a:pt x="0" y="0"/>
                </a:moveTo>
                <a:lnTo>
                  <a:pt x="862892" y="0"/>
                </a:lnTo>
                <a:lnTo>
                  <a:pt x="862892" y="862892"/>
                </a:lnTo>
                <a:lnTo>
                  <a:pt x="0" y="86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6" id="76"/>
          <p:cNvSpPr/>
          <p:nvPr/>
        </p:nvSpPr>
        <p:spPr>
          <a:xfrm flipH="false" flipV="false" rot="0">
            <a:off x="587814" y="9120920"/>
            <a:ext cx="881772" cy="881772"/>
          </a:xfrm>
          <a:custGeom>
            <a:avLst/>
            <a:gdLst/>
            <a:ahLst/>
            <a:cxnLst/>
            <a:rect r="r" b="b" t="t" l="l"/>
            <a:pathLst>
              <a:path h="881772" w="881772">
                <a:moveTo>
                  <a:pt x="0" y="0"/>
                </a:moveTo>
                <a:lnTo>
                  <a:pt x="881772" y="0"/>
                </a:lnTo>
                <a:lnTo>
                  <a:pt x="881772" y="881772"/>
                </a:lnTo>
                <a:lnTo>
                  <a:pt x="0" y="8817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7" id="77"/>
          <p:cNvSpPr/>
          <p:nvPr/>
        </p:nvSpPr>
        <p:spPr>
          <a:xfrm flipH="false" flipV="false" rot="0">
            <a:off x="11681529" y="3693323"/>
            <a:ext cx="5806511" cy="5088615"/>
          </a:xfrm>
          <a:custGeom>
            <a:avLst/>
            <a:gdLst/>
            <a:ahLst/>
            <a:cxnLst/>
            <a:rect r="r" b="b" t="t" l="l"/>
            <a:pathLst>
              <a:path h="5088615" w="5806511">
                <a:moveTo>
                  <a:pt x="0" y="0"/>
                </a:moveTo>
                <a:lnTo>
                  <a:pt x="5806510" y="0"/>
                </a:lnTo>
                <a:lnTo>
                  <a:pt x="5806510" y="5088615"/>
                </a:lnTo>
                <a:lnTo>
                  <a:pt x="0" y="508861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2D6E8">
                <a:alpha val="100000"/>
              </a:srgbClr>
            </a:gs>
            <a:gs pos="100000">
              <a:srgbClr val="3EBFEC">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10800000">
            <a:off x="9859047" y="5223033"/>
            <a:ext cx="8839214" cy="1279050"/>
            <a:chOff x="0" y="0"/>
            <a:chExt cx="2328024" cy="336869"/>
          </a:xfrm>
        </p:grpSpPr>
        <p:sp>
          <p:nvSpPr>
            <p:cNvPr name="Freeform 3" id="3"/>
            <p:cNvSpPr/>
            <p:nvPr/>
          </p:nvSpPr>
          <p:spPr>
            <a:xfrm flipH="false" flipV="false" rot="0">
              <a:off x="0" y="0"/>
              <a:ext cx="2328024" cy="336869"/>
            </a:xfrm>
            <a:custGeom>
              <a:avLst/>
              <a:gdLst/>
              <a:ahLst/>
              <a:cxnLst/>
              <a:rect r="r" b="b" t="t" l="l"/>
              <a:pathLst>
                <a:path h="336869" w="2328024">
                  <a:moveTo>
                    <a:pt x="21897" y="0"/>
                  </a:moveTo>
                  <a:lnTo>
                    <a:pt x="2306127" y="0"/>
                  </a:lnTo>
                  <a:cubicBezTo>
                    <a:pt x="2311934" y="0"/>
                    <a:pt x="2317504" y="2307"/>
                    <a:pt x="2321610" y="6413"/>
                  </a:cubicBezTo>
                  <a:cubicBezTo>
                    <a:pt x="2325717" y="10520"/>
                    <a:pt x="2328024" y="16089"/>
                    <a:pt x="2328024" y="21897"/>
                  </a:cubicBezTo>
                  <a:lnTo>
                    <a:pt x="2328024" y="314973"/>
                  </a:lnTo>
                  <a:cubicBezTo>
                    <a:pt x="2328024" y="320780"/>
                    <a:pt x="2325717" y="326349"/>
                    <a:pt x="2321610" y="330456"/>
                  </a:cubicBezTo>
                  <a:cubicBezTo>
                    <a:pt x="2317504" y="334562"/>
                    <a:pt x="2311934" y="336869"/>
                    <a:pt x="2306127" y="336869"/>
                  </a:cubicBezTo>
                  <a:lnTo>
                    <a:pt x="21897" y="336869"/>
                  </a:lnTo>
                  <a:cubicBezTo>
                    <a:pt x="16089" y="336869"/>
                    <a:pt x="10520" y="334562"/>
                    <a:pt x="6413" y="330456"/>
                  </a:cubicBezTo>
                  <a:cubicBezTo>
                    <a:pt x="2307" y="326349"/>
                    <a:pt x="0" y="320780"/>
                    <a:pt x="0" y="314973"/>
                  </a:cubicBezTo>
                  <a:lnTo>
                    <a:pt x="0" y="21897"/>
                  </a:lnTo>
                  <a:cubicBezTo>
                    <a:pt x="0" y="16089"/>
                    <a:pt x="2307" y="10520"/>
                    <a:pt x="6413" y="6413"/>
                  </a:cubicBezTo>
                  <a:cubicBezTo>
                    <a:pt x="10520" y="2307"/>
                    <a:pt x="16089" y="0"/>
                    <a:pt x="21897" y="0"/>
                  </a:cubicBezTo>
                  <a:close/>
                </a:path>
              </a:pathLst>
            </a:custGeom>
            <a:gradFill rotWithShape="true">
              <a:gsLst>
                <a:gs pos="0">
                  <a:srgbClr val="F6CC70">
                    <a:alpha val="100000"/>
                  </a:srgbClr>
                </a:gs>
                <a:gs pos="100000">
                  <a:srgbClr val="FBBB32">
                    <a:alpha val="100000"/>
                  </a:srgbClr>
                </a:gs>
              </a:gsLst>
              <a:lin ang="2700000"/>
            </a:gradFill>
          </p:spPr>
        </p:sp>
        <p:sp>
          <p:nvSpPr>
            <p:cNvPr name="TextBox 4" id="4"/>
            <p:cNvSpPr txBox="true"/>
            <p:nvPr/>
          </p:nvSpPr>
          <p:spPr>
            <a:xfrm>
              <a:off x="0" y="-38100"/>
              <a:ext cx="2328024" cy="37496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9859047" y="1486108"/>
            <a:ext cx="8839214" cy="1279050"/>
            <a:chOff x="0" y="0"/>
            <a:chExt cx="2328024" cy="336869"/>
          </a:xfrm>
        </p:grpSpPr>
        <p:sp>
          <p:nvSpPr>
            <p:cNvPr name="Freeform 6" id="6"/>
            <p:cNvSpPr/>
            <p:nvPr/>
          </p:nvSpPr>
          <p:spPr>
            <a:xfrm flipH="false" flipV="false" rot="0">
              <a:off x="0" y="0"/>
              <a:ext cx="2328024" cy="336869"/>
            </a:xfrm>
            <a:custGeom>
              <a:avLst/>
              <a:gdLst/>
              <a:ahLst/>
              <a:cxnLst/>
              <a:rect r="r" b="b" t="t" l="l"/>
              <a:pathLst>
                <a:path h="336869" w="2328024">
                  <a:moveTo>
                    <a:pt x="21897" y="0"/>
                  </a:moveTo>
                  <a:lnTo>
                    <a:pt x="2306127" y="0"/>
                  </a:lnTo>
                  <a:cubicBezTo>
                    <a:pt x="2311934" y="0"/>
                    <a:pt x="2317504" y="2307"/>
                    <a:pt x="2321610" y="6413"/>
                  </a:cubicBezTo>
                  <a:cubicBezTo>
                    <a:pt x="2325717" y="10520"/>
                    <a:pt x="2328024" y="16089"/>
                    <a:pt x="2328024" y="21897"/>
                  </a:cubicBezTo>
                  <a:lnTo>
                    <a:pt x="2328024" y="314973"/>
                  </a:lnTo>
                  <a:cubicBezTo>
                    <a:pt x="2328024" y="320780"/>
                    <a:pt x="2325717" y="326349"/>
                    <a:pt x="2321610" y="330456"/>
                  </a:cubicBezTo>
                  <a:cubicBezTo>
                    <a:pt x="2317504" y="334562"/>
                    <a:pt x="2311934" y="336869"/>
                    <a:pt x="2306127" y="336869"/>
                  </a:cubicBezTo>
                  <a:lnTo>
                    <a:pt x="21897" y="336869"/>
                  </a:lnTo>
                  <a:cubicBezTo>
                    <a:pt x="16089" y="336869"/>
                    <a:pt x="10520" y="334562"/>
                    <a:pt x="6413" y="330456"/>
                  </a:cubicBezTo>
                  <a:cubicBezTo>
                    <a:pt x="2307" y="326349"/>
                    <a:pt x="0" y="320780"/>
                    <a:pt x="0" y="314973"/>
                  </a:cubicBezTo>
                  <a:lnTo>
                    <a:pt x="0" y="21897"/>
                  </a:lnTo>
                  <a:cubicBezTo>
                    <a:pt x="0" y="16089"/>
                    <a:pt x="2307" y="10520"/>
                    <a:pt x="6413" y="6413"/>
                  </a:cubicBezTo>
                  <a:cubicBezTo>
                    <a:pt x="10520" y="2307"/>
                    <a:pt x="16089" y="0"/>
                    <a:pt x="21897" y="0"/>
                  </a:cubicBezTo>
                  <a:close/>
                </a:path>
              </a:pathLst>
            </a:custGeom>
            <a:gradFill rotWithShape="true">
              <a:gsLst>
                <a:gs pos="0">
                  <a:srgbClr val="F6CC70">
                    <a:alpha val="100000"/>
                  </a:srgbClr>
                </a:gs>
                <a:gs pos="100000">
                  <a:srgbClr val="FBBB32">
                    <a:alpha val="100000"/>
                  </a:srgbClr>
                </a:gs>
              </a:gsLst>
              <a:lin ang="2700000"/>
            </a:gradFill>
          </p:spPr>
        </p:sp>
        <p:sp>
          <p:nvSpPr>
            <p:cNvPr name="TextBox 7" id="7"/>
            <p:cNvSpPr txBox="true"/>
            <p:nvPr/>
          </p:nvSpPr>
          <p:spPr>
            <a:xfrm>
              <a:off x="0" y="-38100"/>
              <a:ext cx="2328024" cy="37496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9802577" y="3354571"/>
            <a:ext cx="8839214" cy="1279050"/>
            <a:chOff x="0" y="0"/>
            <a:chExt cx="2328024" cy="336869"/>
          </a:xfrm>
        </p:grpSpPr>
        <p:sp>
          <p:nvSpPr>
            <p:cNvPr name="Freeform 9" id="9"/>
            <p:cNvSpPr/>
            <p:nvPr/>
          </p:nvSpPr>
          <p:spPr>
            <a:xfrm flipH="false" flipV="false" rot="0">
              <a:off x="0" y="0"/>
              <a:ext cx="2328024" cy="336869"/>
            </a:xfrm>
            <a:custGeom>
              <a:avLst/>
              <a:gdLst/>
              <a:ahLst/>
              <a:cxnLst/>
              <a:rect r="r" b="b" t="t" l="l"/>
              <a:pathLst>
                <a:path h="336869" w="2328024">
                  <a:moveTo>
                    <a:pt x="21897" y="0"/>
                  </a:moveTo>
                  <a:lnTo>
                    <a:pt x="2306127" y="0"/>
                  </a:lnTo>
                  <a:cubicBezTo>
                    <a:pt x="2311934" y="0"/>
                    <a:pt x="2317504" y="2307"/>
                    <a:pt x="2321610" y="6413"/>
                  </a:cubicBezTo>
                  <a:cubicBezTo>
                    <a:pt x="2325717" y="10520"/>
                    <a:pt x="2328024" y="16089"/>
                    <a:pt x="2328024" y="21897"/>
                  </a:cubicBezTo>
                  <a:lnTo>
                    <a:pt x="2328024" y="314973"/>
                  </a:lnTo>
                  <a:cubicBezTo>
                    <a:pt x="2328024" y="320780"/>
                    <a:pt x="2325717" y="326349"/>
                    <a:pt x="2321610" y="330456"/>
                  </a:cubicBezTo>
                  <a:cubicBezTo>
                    <a:pt x="2317504" y="334562"/>
                    <a:pt x="2311934" y="336869"/>
                    <a:pt x="2306127" y="336869"/>
                  </a:cubicBezTo>
                  <a:lnTo>
                    <a:pt x="21897" y="336869"/>
                  </a:lnTo>
                  <a:cubicBezTo>
                    <a:pt x="16089" y="336869"/>
                    <a:pt x="10520" y="334562"/>
                    <a:pt x="6413" y="330456"/>
                  </a:cubicBezTo>
                  <a:cubicBezTo>
                    <a:pt x="2307" y="326349"/>
                    <a:pt x="0" y="320780"/>
                    <a:pt x="0" y="314973"/>
                  </a:cubicBezTo>
                  <a:lnTo>
                    <a:pt x="0" y="21897"/>
                  </a:lnTo>
                  <a:cubicBezTo>
                    <a:pt x="0" y="16089"/>
                    <a:pt x="2307" y="10520"/>
                    <a:pt x="6413" y="6413"/>
                  </a:cubicBezTo>
                  <a:cubicBezTo>
                    <a:pt x="10520" y="2307"/>
                    <a:pt x="16089" y="0"/>
                    <a:pt x="21897" y="0"/>
                  </a:cubicBezTo>
                  <a:close/>
                </a:path>
              </a:pathLst>
            </a:custGeom>
            <a:gradFill rotWithShape="true">
              <a:gsLst>
                <a:gs pos="0">
                  <a:srgbClr val="F6CC70">
                    <a:alpha val="100000"/>
                  </a:srgbClr>
                </a:gs>
                <a:gs pos="100000">
                  <a:srgbClr val="FBBB32">
                    <a:alpha val="100000"/>
                  </a:srgbClr>
                </a:gs>
              </a:gsLst>
              <a:lin ang="2700000"/>
            </a:gradFill>
          </p:spPr>
        </p:sp>
        <p:sp>
          <p:nvSpPr>
            <p:cNvPr name="TextBox 10" id="10"/>
            <p:cNvSpPr txBox="true"/>
            <p:nvPr/>
          </p:nvSpPr>
          <p:spPr>
            <a:xfrm>
              <a:off x="0" y="-38100"/>
              <a:ext cx="2328024" cy="37496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10800000">
            <a:off x="-1883710" y="7361756"/>
            <a:ext cx="4296775" cy="2819759"/>
            <a:chOff x="0" y="0"/>
            <a:chExt cx="812800" cy="533400"/>
          </a:xfrm>
        </p:grpSpPr>
        <p:sp>
          <p:nvSpPr>
            <p:cNvPr name="Freeform 12" id="12"/>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13" id="13"/>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14" id="14"/>
          <p:cNvGrpSpPr/>
          <p:nvPr/>
        </p:nvGrpSpPr>
        <p:grpSpPr>
          <a:xfrm rot="0">
            <a:off x="0" y="8833945"/>
            <a:ext cx="18549555" cy="4356682"/>
            <a:chOff x="0" y="0"/>
            <a:chExt cx="4885479" cy="1147439"/>
          </a:xfrm>
        </p:grpSpPr>
        <p:sp>
          <p:nvSpPr>
            <p:cNvPr name="Freeform 15" id="15"/>
            <p:cNvSpPr/>
            <p:nvPr/>
          </p:nvSpPr>
          <p:spPr>
            <a:xfrm flipH="false" flipV="false" rot="0">
              <a:off x="0" y="0"/>
              <a:ext cx="4885479" cy="1147439"/>
            </a:xfrm>
            <a:custGeom>
              <a:avLst/>
              <a:gdLst/>
              <a:ahLst/>
              <a:cxnLst/>
              <a:rect r="r" b="b" t="t" l="l"/>
              <a:pathLst>
                <a:path h="1147439" w="4885479">
                  <a:moveTo>
                    <a:pt x="0" y="0"/>
                  </a:moveTo>
                  <a:lnTo>
                    <a:pt x="4885479" y="0"/>
                  </a:lnTo>
                  <a:lnTo>
                    <a:pt x="4885479" y="1147439"/>
                  </a:lnTo>
                  <a:lnTo>
                    <a:pt x="0" y="1147439"/>
                  </a:lnTo>
                  <a:close/>
                </a:path>
              </a:pathLst>
            </a:custGeom>
            <a:gradFill rotWithShape="true">
              <a:gsLst>
                <a:gs pos="0">
                  <a:srgbClr val="4666A9">
                    <a:alpha val="100000"/>
                  </a:srgbClr>
                </a:gs>
                <a:gs pos="100000">
                  <a:srgbClr val="244384">
                    <a:alpha val="100000"/>
                  </a:srgbClr>
                </a:gs>
              </a:gsLst>
              <a:lin ang="2700000"/>
            </a:gradFill>
          </p:spPr>
        </p:sp>
        <p:sp>
          <p:nvSpPr>
            <p:cNvPr name="TextBox 16" id="16"/>
            <p:cNvSpPr txBox="true"/>
            <p:nvPr/>
          </p:nvSpPr>
          <p:spPr>
            <a:xfrm>
              <a:off x="0" y="-38100"/>
              <a:ext cx="4885479" cy="1185539"/>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3688762" y="6120051"/>
            <a:ext cx="10317069" cy="5027227"/>
          </a:xfrm>
          <a:custGeom>
            <a:avLst/>
            <a:gdLst/>
            <a:ahLst/>
            <a:cxnLst/>
            <a:rect r="r" b="b" t="t" l="l"/>
            <a:pathLst>
              <a:path h="5027227" w="10317069">
                <a:moveTo>
                  <a:pt x="0" y="0"/>
                </a:moveTo>
                <a:lnTo>
                  <a:pt x="10317069" y="0"/>
                </a:lnTo>
                <a:lnTo>
                  <a:pt x="10317069" y="5027226"/>
                </a:lnTo>
                <a:lnTo>
                  <a:pt x="0" y="50272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777828" y="1476583"/>
            <a:ext cx="6397469" cy="1301749"/>
          </a:xfrm>
          <a:prstGeom prst="rect">
            <a:avLst/>
          </a:prstGeom>
        </p:spPr>
        <p:txBody>
          <a:bodyPr anchor="t" rtlCol="false" tIns="0" lIns="0" bIns="0" rIns="0">
            <a:spAutoFit/>
          </a:bodyPr>
          <a:lstStyle/>
          <a:p>
            <a:pPr algn="l">
              <a:lnSpc>
                <a:spcPts val="8499"/>
              </a:lnSpc>
            </a:pPr>
            <a:r>
              <a:rPr lang="en-US" sz="8499">
                <a:solidFill>
                  <a:srgbClr val="E2325E"/>
                </a:solidFill>
                <a:latin typeface="Bridge"/>
                <a:ea typeface="Bridge"/>
                <a:cs typeface="Bridge"/>
                <a:sym typeface="Bridge"/>
              </a:rPr>
              <a:t>Knowledge Check</a:t>
            </a:r>
          </a:p>
        </p:txBody>
      </p:sp>
      <p:sp>
        <p:nvSpPr>
          <p:cNvPr name="TextBox 19" id="19"/>
          <p:cNvSpPr txBox="true"/>
          <p:nvPr/>
        </p:nvSpPr>
        <p:spPr>
          <a:xfrm rot="0">
            <a:off x="1777828" y="4186708"/>
            <a:ext cx="5670157" cy="463548"/>
          </a:xfrm>
          <a:prstGeom prst="rect">
            <a:avLst/>
          </a:prstGeom>
        </p:spPr>
        <p:txBody>
          <a:bodyPr anchor="t" rtlCol="false" tIns="0" lIns="0" bIns="0" rIns="0">
            <a:spAutoFit/>
          </a:bodyPr>
          <a:lstStyle/>
          <a:p>
            <a:pPr algn="l">
              <a:lnSpc>
                <a:spcPts val="3910"/>
              </a:lnSpc>
            </a:pPr>
            <a:r>
              <a:rPr lang="en-US" sz="2300">
                <a:solidFill>
                  <a:srgbClr val="000000"/>
                </a:solidFill>
                <a:latin typeface="Bricolage Grotesque"/>
                <a:ea typeface="Bricolage Grotesque"/>
                <a:cs typeface="Bricolage Grotesque"/>
                <a:sym typeface="Bricolage Grotesque"/>
              </a:rPr>
              <a:t>Take this brief quiz to </a:t>
            </a:r>
          </a:p>
        </p:txBody>
      </p:sp>
      <p:sp>
        <p:nvSpPr>
          <p:cNvPr name="TextBox 20" id="20"/>
          <p:cNvSpPr txBox="true"/>
          <p:nvPr/>
        </p:nvSpPr>
        <p:spPr>
          <a:xfrm rot="0">
            <a:off x="10662491" y="1934815"/>
            <a:ext cx="5670157" cy="448310"/>
          </a:xfrm>
          <a:prstGeom prst="rect">
            <a:avLst/>
          </a:prstGeom>
        </p:spPr>
        <p:txBody>
          <a:bodyPr anchor="t" rtlCol="false" tIns="0" lIns="0" bIns="0" rIns="0">
            <a:spAutoFit/>
          </a:bodyPr>
          <a:lstStyle/>
          <a:p>
            <a:pPr algn="l">
              <a:lnSpc>
                <a:spcPts val="3399"/>
              </a:lnSpc>
            </a:pPr>
            <a:r>
              <a:rPr lang="en-US" sz="3399" b="true">
                <a:solidFill>
                  <a:srgbClr val="000000"/>
                </a:solidFill>
                <a:latin typeface="Bricolage Grotesque Bold"/>
                <a:ea typeface="Bricolage Grotesque Bold"/>
                <a:cs typeface="Bricolage Grotesque Bold"/>
                <a:sym typeface="Bricolage Grotesque Bold"/>
              </a:rPr>
              <a:t>Builds self confidence</a:t>
            </a:r>
          </a:p>
        </p:txBody>
      </p:sp>
      <p:sp>
        <p:nvSpPr>
          <p:cNvPr name="TextBox 21" id="21"/>
          <p:cNvSpPr txBox="true"/>
          <p:nvPr/>
        </p:nvSpPr>
        <p:spPr>
          <a:xfrm rot="0">
            <a:off x="10606021" y="3588966"/>
            <a:ext cx="5670157" cy="876935"/>
          </a:xfrm>
          <a:prstGeom prst="rect">
            <a:avLst/>
          </a:prstGeom>
        </p:spPr>
        <p:txBody>
          <a:bodyPr anchor="t" rtlCol="false" tIns="0" lIns="0" bIns="0" rIns="0">
            <a:spAutoFit/>
          </a:bodyPr>
          <a:lstStyle/>
          <a:p>
            <a:pPr algn="l">
              <a:lnSpc>
                <a:spcPts val="3399"/>
              </a:lnSpc>
            </a:pPr>
            <a:r>
              <a:rPr lang="en-US" sz="3399" b="true">
                <a:solidFill>
                  <a:srgbClr val="000000"/>
                </a:solidFill>
                <a:latin typeface="Bricolage Grotesque Bold"/>
                <a:ea typeface="Bricolage Grotesque Bold"/>
                <a:cs typeface="Bricolage Grotesque Bold"/>
                <a:sym typeface="Bricolage Grotesque Bold"/>
              </a:rPr>
              <a:t>Encourages critical thinking</a:t>
            </a:r>
          </a:p>
        </p:txBody>
      </p:sp>
      <p:sp>
        <p:nvSpPr>
          <p:cNvPr name="TextBox 22" id="22"/>
          <p:cNvSpPr txBox="true"/>
          <p:nvPr/>
        </p:nvSpPr>
        <p:spPr>
          <a:xfrm rot="0">
            <a:off x="10606021" y="5671741"/>
            <a:ext cx="5670157" cy="448310"/>
          </a:xfrm>
          <a:prstGeom prst="rect">
            <a:avLst/>
          </a:prstGeom>
        </p:spPr>
        <p:txBody>
          <a:bodyPr anchor="t" rtlCol="false" tIns="0" lIns="0" bIns="0" rIns="0">
            <a:spAutoFit/>
          </a:bodyPr>
          <a:lstStyle/>
          <a:p>
            <a:pPr algn="l">
              <a:lnSpc>
                <a:spcPts val="3399"/>
              </a:lnSpc>
            </a:pPr>
            <a:r>
              <a:rPr lang="en-US" sz="3399" b="true">
                <a:solidFill>
                  <a:srgbClr val="000000"/>
                </a:solidFill>
                <a:latin typeface="Bricolage Grotesque Bold"/>
                <a:ea typeface="Bricolage Grotesque Bold"/>
                <a:cs typeface="Bricolage Grotesque Bold"/>
                <a:sym typeface="Bricolage Grotesque Bold"/>
              </a:rPr>
              <a:t>Su</a:t>
            </a:r>
            <a:r>
              <a:rPr lang="en-US" sz="3399" b="true">
                <a:solidFill>
                  <a:srgbClr val="000000"/>
                </a:solidFill>
                <a:latin typeface="Bricolage Grotesque Bold"/>
                <a:ea typeface="Bricolage Grotesque Bold"/>
                <a:cs typeface="Bricolage Grotesque Bold"/>
                <a:sym typeface="Bricolage Grotesque Bold"/>
              </a:rPr>
              <a:t>pports independence</a:t>
            </a:r>
          </a:p>
        </p:txBody>
      </p:sp>
      <p:grpSp>
        <p:nvGrpSpPr>
          <p:cNvPr name="Group 23" id="23"/>
          <p:cNvGrpSpPr/>
          <p:nvPr/>
        </p:nvGrpSpPr>
        <p:grpSpPr>
          <a:xfrm rot="-10800000">
            <a:off x="15650324" y="6806097"/>
            <a:ext cx="5569728" cy="3655134"/>
            <a:chOff x="0" y="0"/>
            <a:chExt cx="812800" cy="533400"/>
          </a:xfrm>
        </p:grpSpPr>
        <p:sp>
          <p:nvSpPr>
            <p:cNvPr name="Freeform 24" id="24"/>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5" id="25"/>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6" id="26"/>
          <p:cNvGrpSpPr/>
          <p:nvPr/>
        </p:nvGrpSpPr>
        <p:grpSpPr>
          <a:xfrm rot="0">
            <a:off x="14844924" y="7960385"/>
            <a:ext cx="5569728" cy="3655134"/>
            <a:chOff x="0" y="0"/>
            <a:chExt cx="812800" cy="533400"/>
          </a:xfrm>
        </p:grpSpPr>
        <p:sp>
          <p:nvSpPr>
            <p:cNvPr name="Freeform 27" id="27"/>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369E90">
                    <a:alpha val="100000"/>
                  </a:srgbClr>
                </a:gs>
                <a:gs pos="100000">
                  <a:srgbClr val="197B6E">
                    <a:alpha val="100000"/>
                  </a:srgbClr>
                </a:gs>
              </a:gsLst>
              <a:lin ang="2700000"/>
            </a:gradFill>
          </p:spPr>
        </p:sp>
        <p:sp>
          <p:nvSpPr>
            <p:cNvPr name="TextBox 28" id="28"/>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29" id="29"/>
          <p:cNvGrpSpPr/>
          <p:nvPr/>
        </p:nvGrpSpPr>
        <p:grpSpPr>
          <a:xfrm rot="0">
            <a:off x="632959" y="7127203"/>
            <a:ext cx="678541" cy="646735"/>
            <a:chOff x="0" y="0"/>
            <a:chExt cx="812800" cy="774700"/>
          </a:xfrm>
        </p:grpSpPr>
        <p:sp>
          <p:nvSpPr>
            <p:cNvPr name="Freeform 30" id="30"/>
            <p:cNvSpPr/>
            <p:nvPr/>
          </p:nvSpPr>
          <p:spPr>
            <a:xfrm flipH="false" flipV="false" rot="0">
              <a:off x="104701" y="113079"/>
              <a:ext cx="603398" cy="579844"/>
            </a:xfrm>
            <a:custGeom>
              <a:avLst/>
              <a:gdLst/>
              <a:ahLst/>
              <a:cxnLst/>
              <a:rect r="r" b="b" t="t" l="l"/>
              <a:pathLst>
                <a:path h="579844" w="603398">
                  <a:moveTo>
                    <a:pt x="349668" y="34875"/>
                  </a:moveTo>
                  <a:lnTo>
                    <a:pt x="349762" y="35166"/>
                  </a:lnTo>
                  <a:cubicBezTo>
                    <a:pt x="378306" y="123204"/>
                    <a:pt x="460318" y="182830"/>
                    <a:pt x="552868" y="182830"/>
                  </a:cubicBezTo>
                  <a:lnTo>
                    <a:pt x="552868" y="182830"/>
                  </a:lnTo>
                  <a:cubicBezTo>
                    <a:pt x="574748" y="182830"/>
                    <a:pt x="594142" y="196912"/>
                    <a:pt x="600914" y="217718"/>
                  </a:cubicBezTo>
                  <a:cubicBezTo>
                    <a:pt x="607686" y="238523"/>
                    <a:pt x="600297" y="261323"/>
                    <a:pt x="582609" y="274202"/>
                  </a:cubicBezTo>
                  <a:lnTo>
                    <a:pt x="582514" y="274271"/>
                  </a:lnTo>
                  <a:cubicBezTo>
                    <a:pt x="507605" y="328814"/>
                    <a:pt x="476263" y="425342"/>
                    <a:pt x="504841" y="513488"/>
                  </a:cubicBezTo>
                  <a:lnTo>
                    <a:pt x="504957" y="513846"/>
                  </a:lnTo>
                  <a:cubicBezTo>
                    <a:pt x="511698" y="534637"/>
                    <a:pt x="504282" y="557404"/>
                    <a:pt x="486589" y="570236"/>
                  </a:cubicBezTo>
                  <a:cubicBezTo>
                    <a:pt x="468896" y="583068"/>
                    <a:pt x="444952" y="583045"/>
                    <a:pt x="427284" y="570180"/>
                  </a:cubicBezTo>
                  <a:lnTo>
                    <a:pt x="427284" y="570180"/>
                  </a:lnTo>
                  <a:cubicBezTo>
                    <a:pt x="352430" y="515678"/>
                    <a:pt x="250968" y="515678"/>
                    <a:pt x="176114" y="570180"/>
                  </a:cubicBezTo>
                  <a:lnTo>
                    <a:pt x="176114" y="570180"/>
                  </a:lnTo>
                  <a:cubicBezTo>
                    <a:pt x="158446" y="583045"/>
                    <a:pt x="134502" y="583068"/>
                    <a:pt x="116809" y="570236"/>
                  </a:cubicBezTo>
                  <a:cubicBezTo>
                    <a:pt x="99116" y="557404"/>
                    <a:pt x="91700" y="534637"/>
                    <a:pt x="98441" y="513846"/>
                  </a:cubicBezTo>
                  <a:lnTo>
                    <a:pt x="98557" y="513488"/>
                  </a:lnTo>
                  <a:cubicBezTo>
                    <a:pt x="127135" y="425342"/>
                    <a:pt x="95793" y="328814"/>
                    <a:pt x="20884" y="274271"/>
                  </a:cubicBezTo>
                  <a:lnTo>
                    <a:pt x="20789" y="274202"/>
                  </a:lnTo>
                  <a:cubicBezTo>
                    <a:pt x="3101" y="261323"/>
                    <a:pt x="-4287" y="238523"/>
                    <a:pt x="2484" y="217718"/>
                  </a:cubicBezTo>
                  <a:cubicBezTo>
                    <a:pt x="9256" y="196912"/>
                    <a:pt x="28650" y="182830"/>
                    <a:pt x="50530" y="182830"/>
                  </a:cubicBezTo>
                  <a:lnTo>
                    <a:pt x="50530" y="182830"/>
                  </a:lnTo>
                  <a:cubicBezTo>
                    <a:pt x="143080" y="182830"/>
                    <a:pt x="225092" y="123204"/>
                    <a:pt x="253636" y="35166"/>
                  </a:cubicBezTo>
                  <a:lnTo>
                    <a:pt x="253730" y="34875"/>
                  </a:lnTo>
                  <a:cubicBezTo>
                    <a:pt x="260471" y="14083"/>
                    <a:pt x="279841" y="0"/>
                    <a:pt x="301699" y="0"/>
                  </a:cubicBezTo>
                  <a:cubicBezTo>
                    <a:pt x="323557" y="0"/>
                    <a:pt x="342927" y="14083"/>
                    <a:pt x="349668" y="34875"/>
                  </a:cubicBezTo>
                  <a:close/>
                </a:path>
              </a:pathLst>
            </a:custGeom>
            <a:gradFill rotWithShape="true">
              <a:gsLst>
                <a:gs pos="0">
                  <a:srgbClr val="F6CC70">
                    <a:alpha val="100000"/>
                  </a:srgbClr>
                </a:gs>
                <a:gs pos="100000">
                  <a:srgbClr val="FBBB32">
                    <a:alpha val="100000"/>
                  </a:srgbClr>
                </a:gs>
              </a:gsLst>
              <a:lin ang="2700000"/>
            </a:gradFill>
          </p:spPr>
        </p:sp>
        <p:sp>
          <p:nvSpPr>
            <p:cNvPr name="TextBox 31" id="31"/>
            <p:cNvSpPr txBox="true"/>
            <p:nvPr/>
          </p:nvSpPr>
          <p:spPr>
            <a:xfrm>
              <a:off x="228600" y="295275"/>
              <a:ext cx="355600" cy="314325"/>
            </a:xfrm>
            <a:prstGeom prst="rect">
              <a:avLst/>
            </a:prstGeom>
          </p:spPr>
          <p:txBody>
            <a:bodyPr anchor="ctr" rtlCol="false" tIns="50800" lIns="50800" bIns="50800" rIns="50800"/>
            <a:lstStyle/>
            <a:p>
              <a:pPr algn="ctr">
                <a:lnSpc>
                  <a:spcPts val="1545"/>
                </a:lnSpc>
              </a:pPr>
            </a:p>
          </p:txBody>
        </p:sp>
      </p:grpSp>
      <p:grpSp>
        <p:nvGrpSpPr>
          <p:cNvPr name="Group 32" id="32"/>
          <p:cNvGrpSpPr/>
          <p:nvPr/>
        </p:nvGrpSpPr>
        <p:grpSpPr>
          <a:xfrm rot="2160331">
            <a:off x="1831087" y="9466304"/>
            <a:ext cx="657943" cy="643296"/>
            <a:chOff x="0" y="0"/>
            <a:chExt cx="117896" cy="115271"/>
          </a:xfrm>
        </p:grpSpPr>
        <p:sp>
          <p:nvSpPr>
            <p:cNvPr name="Freeform 33" id="33"/>
            <p:cNvSpPr/>
            <p:nvPr/>
          </p:nvSpPr>
          <p:spPr>
            <a:xfrm flipH="false" flipV="false" rot="0">
              <a:off x="0" y="0"/>
              <a:ext cx="117896" cy="115271"/>
            </a:xfrm>
            <a:custGeom>
              <a:avLst/>
              <a:gdLst/>
              <a:ahLst/>
              <a:cxnLst/>
              <a:rect r="r" b="b" t="t" l="l"/>
              <a:pathLst>
                <a:path h="115271" w="117896">
                  <a:moveTo>
                    <a:pt x="57636" y="0"/>
                  </a:moveTo>
                  <a:lnTo>
                    <a:pt x="60260" y="0"/>
                  </a:lnTo>
                  <a:cubicBezTo>
                    <a:pt x="92092" y="0"/>
                    <a:pt x="117896" y="25804"/>
                    <a:pt x="117896" y="57636"/>
                  </a:cubicBezTo>
                  <a:lnTo>
                    <a:pt x="117896" y="57636"/>
                  </a:lnTo>
                  <a:cubicBezTo>
                    <a:pt x="117896" y="72922"/>
                    <a:pt x="111824" y="87582"/>
                    <a:pt x="101015" y="98390"/>
                  </a:cubicBezTo>
                  <a:cubicBezTo>
                    <a:pt x="90206" y="109199"/>
                    <a:pt x="75546" y="115271"/>
                    <a:pt x="60260" y="115271"/>
                  </a:cubicBezTo>
                  <a:lnTo>
                    <a:pt x="57636" y="115271"/>
                  </a:lnTo>
                  <a:cubicBezTo>
                    <a:pt x="25804" y="115271"/>
                    <a:pt x="0" y="89467"/>
                    <a:pt x="0" y="57636"/>
                  </a:cubicBezTo>
                  <a:lnTo>
                    <a:pt x="0" y="57636"/>
                  </a:lnTo>
                  <a:cubicBezTo>
                    <a:pt x="0" y="25804"/>
                    <a:pt x="25804" y="0"/>
                    <a:pt x="57636" y="0"/>
                  </a:cubicBezTo>
                  <a:close/>
                </a:path>
              </a:pathLst>
            </a:custGeom>
            <a:gradFill rotWithShape="true">
              <a:gsLst>
                <a:gs pos="0">
                  <a:srgbClr val="A2D6E8">
                    <a:alpha val="100000"/>
                  </a:srgbClr>
                </a:gs>
                <a:gs pos="100000">
                  <a:srgbClr val="3EBFEC">
                    <a:alpha val="100000"/>
                  </a:srgbClr>
                </a:gs>
              </a:gsLst>
              <a:lin ang="2700000"/>
            </a:gradFill>
          </p:spPr>
        </p:sp>
        <p:sp>
          <p:nvSpPr>
            <p:cNvPr name="TextBox 34" id="34"/>
            <p:cNvSpPr txBox="true"/>
            <p:nvPr/>
          </p:nvSpPr>
          <p:spPr>
            <a:xfrm>
              <a:off x="0" y="66675"/>
              <a:ext cx="117896" cy="48596"/>
            </a:xfrm>
            <a:prstGeom prst="rect">
              <a:avLst/>
            </a:prstGeom>
          </p:spPr>
          <p:txBody>
            <a:bodyPr anchor="ctr" rtlCol="false" tIns="50800" lIns="50800" bIns="50800" rIns="50800"/>
            <a:lstStyle/>
            <a:p>
              <a:pPr algn="ctr">
                <a:lnSpc>
                  <a:spcPts val="3500"/>
                </a:lnSpc>
              </a:pPr>
            </a:p>
          </p:txBody>
        </p:sp>
      </p:grpSp>
      <p:grpSp>
        <p:nvGrpSpPr>
          <p:cNvPr name="Group 35" id="35"/>
          <p:cNvGrpSpPr/>
          <p:nvPr/>
        </p:nvGrpSpPr>
        <p:grpSpPr>
          <a:xfrm rot="-803505">
            <a:off x="9428642" y="1574090"/>
            <a:ext cx="860811" cy="860811"/>
            <a:chOff x="0" y="0"/>
            <a:chExt cx="812800" cy="812800"/>
          </a:xfrm>
        </p:grpSpPr>
        <p:sp>
          <p:nvSpPr>
            <p:cNvPr name="Freeform 36" id="36"/>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37" id="37"/>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grpSp>
        <p:nvGrpSpPr>
          <p:cNvPr name="Group 38" id="38"/>
          <p:cNvGrpSpPr/>
          <p:nvPr/>
        </p:nvGrpSpPr>
        <p:grpSpPr>
          <a:xfrm rot="0">
            <a:off x="9352402" y="3550781"/>
            <a:ext cx="1013291" cy="886629"/>
            <a:chOff x="0" y="0"/>
            <a:chExt cx="812800" cy="711200"/>
          </a:xfrm>
        </p:grpSpPr>
        <p:sp>
          <p:nvSpPr>
            <p:cNvPr name="Freeform 39" id="39"/>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40" id="40"/>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41" id="41"/>
          <p:cNvGrpSpPr/>
          <p:nvPr/>
        </p:nvGrpSpPr>
        <p:grpSpPr>
          <a:xfrm rot="0">
            <a:off x="9455314" y="5492735"/>
            <a:ext cx="807466" cy="807466"/>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E73B66">
                    <a:alpha val="100000"/>
                  </a:srgbClr>
                </a:gs>
                <a:gs pos="100000">
                  <a:srgbClr val="D21444">
                    <a:alpha val="100000"/>
                  </a:srgbClr>
                </a:gs>
              </a:gsLst>
              <a:path path="circle">
                <a:fillToRect l="50000" r="50000" t="50000" b="50000"/>
              </a:path>
            </a:gradFill>
          </p:spPr>
        </p:sp>
        <p:sp>
          <p:nvSpPr>
            <p:cNvPr name="TextBox 43" id="43"/>
            <p:cNvSpPr txBox="true"/>
            <p:nvPr/>
          </p:nvSpPr>
          <p:spPr>
            <a:xfrm>
              <a:off x="76200" y="142875"/>
              <a:ext cx="660400" cy="593725"/>
            </a:xfrm>
            <a:prstGeom prst="rect">
              <a:avLst/>
            </a:prstGeom>
          </p:spPr>
          <p:txBody>
            <a:bodyPr anchor="ctr" rtlCol="false" tIns="50800" lIns="50800" bIns="50800" rIns="50800"/>
            <a:lstStyle/>
            <a:p>
              <a:pPr algn="ctr">
                <a:lnSpc>
                  <a:spcPts val="3500"/>
                </a:lnSpc>
              </a:pPr>
            </a:p>
          </p:txBody>
        </p:sp>
      </p:grpSp>
      <p:grpSp>
        <p:nvGrpSpPr>
          <p:cNvPr name="Group 44" id="44"/>
          <p:cNvGrpSpPr/>
          <p:nvPr/>
        </p:nvGrpSpPr>
        <p:grpSpPr>
          <a:xfrm rot="0">
            <a:off x="7123831" y="-844082"/>
            <a:ext cx="2527650" cy="1882514"/>
            <a:chOff x="0" y="0"/>
            <a:chExt cx="812800" cy="605348"/>
          </a:xfrm>
        </p:grpSpPr>
        <p:sp>
          <p:nvSpPr>
            <p:cNvPr name="Freeform 45" id="45"/>
            <p:cNvSpPr/>
            <p:nvPr/>
          </p:nvSpPr>
          <p:spPr>
            <a:xfrm flipH="false" flipV="false" rot="0">
              <a:off x="0" y="0"/>
              <a:ext cx="812800" cy="605264"/>
            </a:xfrm>
            <a:custGeom>
              <a:avLst/>
              <a:gdLst/>
              <a:ahLst/>
              <a:cxnLst/>
              <a:rect r="r" b="b" t="t" l="l"/>
              <a:pathLst>
                <a:path h="605264" w="812800">
                  <a:moveTo>
                    <a:pt x="461490" y="0"/>
                  </a:moveTo>
                  <a:cubicBezTo>
                    <a:pt x="470405" y="0"/>
                    <a:pt x="479374" y="0"/>
                    <a:pt x="488272" y="0"/>
                  </a:cubicBezTo>
                  <a:cubicBezTo>
                    <a:pt x="559210" y="10111"/>
                    <a:pt x="603543" y="43766"/>
                    <a:pt x="623736" y="98837"/>
                  </a:cubicBezTo>
                  <a:cubicBezTo>
                    <a:pt x="742003" y="91493"/>
                    <a:pt x="827989" y="195624"/>
                    <a:pt x="775586" y="297824"/>
                  </a:cubicBezTo>
                  <a:cubicBezTo>
                    <a:pt x="793012" y="319299"/>
                    <a:pt x="807550" y="343322"/>
                    <a:pt x="812800" y="375564"/>
                  </a:cubicBezTo>
                  <a:cubicBezTo>
                    <a:pt x="812800" y="384800"/>
                    <a:pt x="812800" y="394014"/>
                    <a:pt x="812800" y="403248"/>
                  </a:cubicBezTo>
                  <a:cubicBezTo>
                    <a:pt x="797154" y="485307"/>
                    <a:pt x="729827" y="540757"/>
                    <a:pt x="619295" y="525830"/>
                  </a:cubicBezTo>
                  <a:cubicBezTo>
                    <a:pt x="590856" y="567963"/>
                    <a:pt x="540252" y="609586"/>
                    <a:pt x="461507" y="604903"/>
                  </a:cubicBezTo>
                  <a:cubicBezTo>
                    <a:pt x="420804" y="602137"/>
                    <a:pt x="392488" y="586115"/>
                    <a:pt x="367697" y="566650"/>
                  </a:cubicBezTo>
                  <a:cubicBezTo>
                    <a:pt x="341584" y="582830"/>
                    <a:pt x="313304" y="595528"/>
                    <a:pt x="272443" y="595668"/>
                  </a:cubicBezTo>
                  <a:cubicBezTo>
                    <a:pt x="177910" y="595907"/>
                    <a:pt x="114672" y="533572"/>
                    <a:pt x="113139" y="448070"/>
                  </a:cubicBezTo>
                  <a:cubicBezTo>
                    <a:pt x="52367" y="428068"/>
                    <a:pt x="11206" y="390731"/>
                    <a:pt x="0" y="326842"/>
                  </a:cubicBezTo>
                  <a:cubicBezTo>
                    <a:pt x="0" y="317607"/>
                    <a:pt x="0" y="308353"/>
                    <a:pt x="0" y="299157"/>
                  </a:cubicBezTo>
                  <a:cubicBezTo>
                    <a:pt x="12369" y="235848"/>
                    <a:pt x="51292" y="196081"/>
                    <a:pt x="116099" y="179223"/>
                  </a:cubicBezTo>
                  <a:cubicBezTo>
                    <a:pt x="112205" y="72426"/>
                    <a:pt x="241837" y="5692"/>
                    <a:pt x="348333" y="52742"/>
                  </a:cubicBezTo>
                  <a:cubicBezTo>
                    <a:pt x="373689" y="29476"/>
                    <a:pt x="409562" y="4100"/>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6" id="46"/>
            <p:cNvSpPr txBox="true"/>
            <p:nvPr/>
          </p:nvSpPr>
          <p:spPr>
            <a:xfrm>
              <a:off x="38100" y="129466"/>
              <a:ext cx="736600" cy="389403"/>
            </a:xfrm>
            <a:prstGeom prst="rect">
              <a:avLst/>
            </a:prstGeom>
          </p:spPr>
          <p:txBody>
            <a:bodyPr anchor="ctr" rtlCol="false" tIns="22429" lIns="22429" bIns="22429" rIns="22429"/>
            <a:lstStyle/>
            <a:p>
              <a:pPr algn="ctr">
                <a:lnSpc>
                  <a:spcPts val="1545"/>
                </a:lnSpc>
              </a:pPr>
            </a:p>
          </p:txBody>
        </p:sp>
      </p:grpSp>
      <p:grpSp>
        <p:nvGrpSpPr>
          <p:cNvPr name="Group 47" id="47"/>
          <p:cNvGrpSpPr/>
          <p:nvPr/>
        </p:nvGrpSpPr>
        <p:grpSpPr>
          <a:xfrm rot="0">
            <a:off x="-706800" y="2566419"/>
            <a:ext cx="2020169" cy="1325736"/>
            <a:chOff x="0" y="0"/>
            <a:chExt cx="812800" cy="533400"/>
          </a:xfrm>
        </p:grpSpPr>
        <p:sp>
          <p:nvSpPr>
            <p:cNvPr name="Freeform 48" id="48"/>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49" id="49"/>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grpSp>
        <p:nvGrpSpPr>
          <p:cNvPr name="Group 50" id="50"/>
          <p:cNvGrpSpPr/>
          <p:nvPr/>
        </p:nvGrpSpPr>
        <p:grpSpPr>
          <a:xfrm rot="0">
            <a:off x="16713648" y="289509"/>
            <a:ext cx="2973239" cy="1951188"/>
            <a:chOff x="0" y="0"/>
            <a:chExt cx="812800" cy="533400"/>
          </a:xfrm>
        </p:grpSpPr>
        <p:sp>
          <p:nvSpPr>
            <p:cNvPr name="Freeform 51" id="5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gradFill rotWithShape="true">
              <a:gsLst>
                <a:gs pos="0">
                  <a:srgbClr val="E0E0E0">
                    <a:alpha val="100000"/>
                  </a:srgbClr>
                </a:gs>
                <a:gs pos="100000">
                  <a:srgbClr val="EBEBEB">
                    <a:alpha val="100000"/>
                  </a:srgbClr>
                </a:gs>
              </a:gsLst>
              <a:lin ang="2700000"/>
            </a:gradFill>
          </p:spPr>
        </p:sp>
        <p:sp>
          <p:nvSpPr>
            <p:cNvPr name="TextBox 52" id="52"/>
            <p:cNvSpPr txBox="true"/>
            <p:nvPr/>
          </p:nvSpPr>
          <p:spPr>
            <a:xfrm>
              <a:off x="38100" y="117475"/>
              <a:ext cx="736600" cy="339725"/>
            </a:xfrm>
            <a:prstGeom prst="rect">
              <a:avLst/>
            </a:prstGeom>
          </p:spPr>
          <p:txBody>
            <a:bodyPr anchor="ctr" rtlCol="false" tIns="22429" lIns="22429" bIns="22429" rIns="22429"/>
            <a:lstStyle/>
            <a:p>
              <a:pPr algn="ctr">
                <a:lnSpc>
                  <a:spcPts val="1545"/>
                </a:lnSpc>
              </a:pPr>
            </a:p>
          </p:txBody>
        </p:sp>
      </p:grpSp>
      <p:sp>
        <p:nvSpPr>
          <p:cNvPr name="Freeform 53" id="53"/>
          <p:cNvSpPr/>
          <p:nvPr/>
        </p:nvSpPr>
        <p:spPr>
          <a:xfrm flipH="false" flipV="false" rot="0">
            <a:off x="-869805" y="-844975"/>
            <a:ext cx="2268967" cy="2268967"/>
          </a:xfrm>
          <a:custGeom>
            <a:avLst/>
            <a:gdLst/>
            <a:ahLst/>
            <a:cxnLst/>
            <a:rect r="r" b="b" t="t" l="l"/>
            <a:pathLst>
              <a:path h="2268967" w="2268967">
                <a:moveTo>
                  <a:pt x="0" y="0"/>
                </a:moveTo>
                <a:lnTo>
                  <a:pt x="2268967" y="0"/>
                </a:lnTo>
                <a:lnTo>
                  <a:pt x="2268967" y="2268967"/>
                </a:lnTo>
                <a:lnTo>
                  <a:pt x="0" y="22689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4" id="54"/>
          <p:cNvGrpSpPr/>
          <p:nvPr/>
        </p:nvGrpSpPr>
        <p:grpSpPr>
          <a:xfrm rot="937581">
            <a:off x="4947961" y="-443315"/>
            <a:ext cx="1013291" cy="886629"/>
            <a:chOff x="0" y="0"/>
            <a:chExt cx="812800" cy="711200"/>
          </a:xfrm>
        </p:grpSpPr>
        <p:sp>
          <p:nvSpPr>
            <p:cNvPr name="Freeform 55" id="55"/>
            <p:cNvSpPr/>
            <p:nvPr/>
          </p:nvSpPr>
          <p:spPr>
            <a:xfrm flipH="false" flipV="false" rot="0">
              <a:off x="83369" y="115281"/>
              <a:ext cx="646062" cy="595919"/>
            </a:xfrm>
            <a:custGeom>
              <a:avLst/>
              <a:gdLst/>
              <a:ahLst/>
              <a:cxnLst/>
              <a:rect r="r" b="b" t="t" l="l"/>
              <a:pathLst>
                <a:path h="595919" w="646062">
                  <a:moveTo>
                    <a:pt x="421589" y="57195"/>
                  </a:moveTo>
                  <a:lnTo>
                    <a:pt x="630873" y="423443"/>
                  </a:lnTo>
                  <a:cubicBezTo>
                    <a:pt x="651262" y="459123"/>
                    <a:pt x="651115" y="502958"/>
                    <a:pt x="630489" y="538501"/>
                  </a:cubicBezTo>
                  <a:cubicBezTo>
                    <a:pt x="609863" y="574043"/>
                    <a:pt x="571876" y="595919"/>
                    <a:pt x="530781" y="595919"/>
                  </a:cubicBezTo>
                  <a:lnTo>
                    <a:pt x="115281" y="595919"/>
                  </a:lnTo>
                  <a:cubicBezTo>
                    <a:pt x="74186" y="595919"/>
                    <a:pt x="36199" y="574043"/>
                    <a:pt x="15573" y="538501"/>
                  </a:cubicBezTo>
                  <a:cubicBezTo>
                    <a:pt x="-5053" y="502958"/>
                    <a:pt x="-5200" y="459123"/>
                    <a:pt x="15189" y="423443"/>
                  </a:cubicBezTo>
                  <a:lnTo>
                    <a:pt x="224473" y="57195"/>
                  </a:lnTo>
                  <a:cubicBezTo>
                    <a:pt x="244684" y="21827"/>
                    <a:pt x="282296" y="0"/>
                    <a:pt x="323031" y="0"/>
                  </a:cubicBezTo>
                  <a:cubicBezTo>
                    <a:pt x="363766" y="0"/>
                    <a:pt x="401378" y="21827"/>
                    <a:pt x="421589" y="57195"/>
                  </a:cubicBezTo>
                  <a:close/>
                </a:path>
              </a:pathLst>
            </a:custGeom>
            <a:gradFill rotWithShape="true">
              <a:gsLst>
                <a:gs pos="0">
                  <a:srgbClr val="369E90">
                    <a:alpha val="100000"/>
                  </a:srgbClr>
                </a:gs>
                <a:gs pos="100000">
                  <a:srgbClr val="197B6E">
                    <a:alpha val="100000"/>
                  </a:srgbClr>
                </a:gs>
              </a:gsLst>
              <a:lin ang="2700000"/>
            </a:gradFill>
          </p:spPr>
        </p:sp>
        <p:sp>
          <p:nvSpPr>
            <p:cNvPr name="TextBox 56" id="56"/>
            <p:cNvSpPr txBox="true"/>
            <p:nvPr/>
          </p:nvSpPr>
          <p:spPr>
            <a:xfrm>
              <a:off x="127000" y="396875"/>
              <a:ext cx="558800" cy="263525"/>
            </a:xfrm>
            <a:prstGeom prst="rect">
              <a:avLst/>
            </a:prstGeom>
          </p:spPr>
          <p:txBody>
            <a:bodyPr anchor="ctr" rtlCol="false" tIns="50800" lIns="50800" bIns="50800" rIns="50800"/>
            <a:lstStyle/>
            <a:p>
              <a:pPr algn="ctr">
                <a:lnSpc>
                  <a:spcPts val="3500"/>
                </a:lnSpc>
              </a:pPr>
            </a:p>
          </p:txBody>
        </p:sp>
      </p:grpSp>
      <p:grpSp>
        <p:nvGrpSpPr>
          <p:cNvPr name="Group 57" id="57"/>
          <p:cNvGrpSpPr/>
          <p:nvPr/>
        </p:nvGrpSpPr>
        <p:grpSpPr>
          <a:xfrm rot="-803505">
            <a:off x="16828895" y="8385568"/>
            <a:ext cx="860811" cy="860811"/>
            <a:chOff x="0" y="0"/>
            <a:chExt cx="812800" cy="812800"/>
          </a:xfrm>
        </p:grpSpPr>
        <p:sp>
          <p:nvSpPr>
            <p:cNvPr name="Freeform 58" id="58"/>
            <p:cNvSpPr/>
            <p:nvPr/>
          </p:nvSpPr>
          <p:spPr>
            <a:xfrm flipH="false" flipV="false" rot="0">
              <a:off x="33277" y="48676"/>
              <a:ext cx="746245" cy="764124"/>
            </a:xfrm>
            <a:custGeom>
              <a:avLst/>
              <a:gdLst/>
              <a:ahLst/>
              <a:cxnLst/>
              <a:rect r="r" b="b" t="t" l="l"/>
              <a:pathLst>
                <a:path h="764124" w="746245">
                  <a:moveTo>
                    <a:pt x="487474" y="38680"/>
                  </a:moveTo>
                  <a:lnTo>
                    <a:pt x="665172" y="174429"/>
                  </a:lnTo>
                  <a:cubicBezTo>
                    <a:pt x="733875" y="226913"/>
                    <a:pt x="762563" y="316669"/>
                    <a:pt x="737038" y="399271"/>
                  </a:cubicBezTo>
                  <a:lnTo>
                    <a:pt x="666777" y="626639"/>
                  </a:lnTo>
                  <a:cubicBezTo>
                    <a:pt x="641518" y="708379"/>
                    <a:pt x="565947" y="764124"/>
                    <a:pt x="480392" y="764124"/>
                  </a:cubicBezTo>
                  <a:lnTo>
                    <a:pt x="265854" y="764124"/>
                  </a:lnTo>
                  <a:cubicBezTo>
                    <a:pt x="180299" y="764124"/>
                    <a:pt x="104728" y="708379"/>
                    <a:pt x="79469" y="626639"/>
                  </a:cubicBezTo>
                  <a:lnTo>
                    <a:pt x="9208" y="399271"/>
                  </a:lnTo>
                  <a:cubicBezTo>
                    <a:pt x="-16317" y="316669"/>
                    <a:pt x="12371" y="226913"/>
                    <a:pt x="81074" y="174429"/>
                  </a:cubicBezTo>
                  <a:lnTo>
                    <a:pt x="258772" y="38680"/>
                  </a:lnTo>
                  <a:cubicBezTo>
                    <a:pt x="326283" y="-12894"/>
                    <a:pt x="419963" y="-12894"/>
                    <a:pt x="487474" y="38680"/>
                  </a:cubicBezTo>
                  <a:close/>
                </a:path>
              </a:pathLst>
            </a:custGeom>
            <a:gradFill rotWithShape="true">
              <a:gsLst>
                <a:gs pos="0">
                  <a:srgbClr val="4666A9">
                    <a:alpha val="100000"/>
                  </a:srgbClr>
                </a:gs>
                <a:gs pos="100000">
                  <a:srgbClr val="244384">
                    <a:alpha val="100000"/>
                  </a:srgbClr>
                </a:gs>
              </a:gsLst>
              <a:lin ang="2700000"/>
            </a:gradFill>
          </p:spPr>
        </p:sp>
        <p:sp>
          <p:nvSpPr>
            <p:cNvPr name="TextBox 59" id="59"/>
            <p:cNvSpPr txBox="true"/>
            <p:nvPr/>
          </p:nvSpPr>
          <p:spPr>
            <a:xfrm>
              <a:off x="127000" y="231775"/>
              <a:ext cx="558800" cy="530225"/>
            </a:xfrm>
            <a:prstGeom prst="rect">
              <a:avLst/>
            </a:prstGeom>
          </p:spPr>
          <p:txBody>
            <a:bodyPr anchor="ctr" rtlCol="false" tIns="50800" lIns="50800" bIns="50800" rIns="50800"/>
            <a:lstStyle/>
            <a:p>
              <a:pPr algn="ctr">
                <a:lnSpc>
                  <a:spcPts val="1545"/>
                </a:lnSpc>
              </a:pPr>
            </a:p>
          </p:txBody>
        </p:sp>
      </p:grpSp>
      <p:sp>
        <p:nvSpPr>
          <p:cNvPr name="Freeform 60" id="60"/>
          <p:cNvSpPr/>
          <p:nvPr/>
        </p:nvSpPr>
        <p:spPr>
          <a:xfrm flipH="false" flipV="false" rot="0">
            <a:off x="587814" y="9120920"/>
            <a:ext cx="881772" cy="881772"/>
          </a:xfrm>
          <a:custGeom>
            <a:avLst/>
            <a:gdLst/>
            <a:ahLst/>
            <a:cxnLst/>
            <a:rect r="r" b="b" t="t" l="l"/>
            <a:pathLst>
              <a:path h="881772" w="881772">
                <a:moveTo>
                  <a:pt x="0" y="0"/>
                </a:moveTo>
                <a:lnTo>
                  <a:pt x="881772" y="0"/>
                </a:lnTo>
                <a:lnTo>
                  <a:pt x="881772" y="881772"/>
                </a:lnTo>
                <a:lnTo>
                  <a:pt x="0" y="881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DAHGljknqH8</dc:identifier>
  <dcterms:modified xsi:type="dcterms:W3CDTF">2011-08-01T06:04:30Z</dcterms:modified>
  <cp:revision>1</cp:revision>
  <dc:title>Attention and Engagement Matters</dc:title>
</cp:coreProperties>
</file>